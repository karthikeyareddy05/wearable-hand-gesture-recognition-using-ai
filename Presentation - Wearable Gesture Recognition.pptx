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9108211" y="0"/>
                </a:moveTo>
                <a:lnTo>
                  <a:pt x="8616518" y="0"/>
                </a:lnTo>
                <a:lnTo>
                  <a:pt x="0" y="770864"/>
                </a:lnTo>
                <a:lnTo>
                  <a:pt x="0" y="814857"/>
                </a:lnTo>
                <a:lnTo>
                  <a:pt x="9108211" y="0"/>
                </a:lnTo>
                <a:close/>
              </a:path>
              <a:path w="18288000" h="10287000">
                <a:moveTo>
                  <a:pt x="18287988" y="8438388"/>
                </a:moveTo>
                <a:lnTo>
                  <a:pt x="0" y="10074516"/>
                </a:lnTo>
                <a:lnTo>
                  <a:pt x="0" y="10118496"/>
                </a:lnTo>
                <a:lnTo>
                  <a:pt x="18287988" y="8482381"/>
                </a:lnTo>
                <a:lnTo>
                  <a:pt x="18287988" y="8438388"/>
                </a:lnTo>
                <a:close/>
              </a:path>
              <a:path w="18288000" h="10287000">
                <a:moveTo>
                  <a:pt x="18287988" y="7404646"/>
                </a:moveTo>
                <a:lnTo>
                  <a:pt x="0" y="9040774"/>
                </a:lnTo>
                <a:lnTo>
                  <a:pt x="0" y="9084767"/>
                </a:lnTo>
                <a:lnTo>
                  <a:pt x="18287988" y="7448639"/>
                </a:lnTo>
                <a:lnTo>
                  <a:pt x="18287988" y="7404646"/>
                </a:lnTo>
                <a:close/>
              </a:path>
              <a:path w="18288000" h="10287000">
                <a:moveTo>
                  <a:pt x="18287988" y="5337175"/>
                </a:moveTo>
                <a:lnTo>
                  <a:pt x="0" y="6973290"/>
                </a:lnTo>
                <a:lnTo>
                  <a:pt x="0" y="7017283"/>
                </a:lnTo>
                <a:lnTo>
                  <a:pt x="18287988" y="5381155"/>
                </a:lnTo>
                <a:lnTo>
                  <a:pt x="18287988" y="5337175"/>
                </a:lnTo>
                <a:close/>
              </a:path>
              <a:path w="18288000" h="10287000">
                <a:moveTo>
                  <a:pt x="18287988" y="4303433"/>
                </a:moveTo>
                <a:lnTo>
                  <a:pt x="0" y="5939561"/>
                </a:lnTo>
                <a:lnTo>
                  <a:pt x="0" y="5983554"/>
                </a:lnTo>
                <a:lnTo>
                  <a:pt x="18287988" y="4347426"/>
                </a:lnTo>
                <a:lnTo>
                  <a:pt x="18287988" y="4303433"/>
                </a:lnTo>
                <a:close/>
              </a:path>
              <a:path w="18288000" h="10287000">
                <a:moveTo>
                  <a:pt x="18287988" y="2235949"/>
                </a:moveTo>
                <a:lnTo>
                  <a:pt x="0" y="3872077"/>
                </a:lnTo>
                <a:lnTo>
                  <a:pt x="0" y="3916070"/>
                </a:lnTo>
                <a:lnTo>
                  <a:pt x="18287988" y="2279942"/>
                </a:lnTo>
                <a:lnTo>
                  <a:pt x="18287988" y="2235949"/>
                </a:lnTo>
                <a:close/>
              </a:path>
              <a:path w="18288000" h="10287000">
                <a:moveTo>
                  <a:pt x="18287988" y="1202220"/>
                </a:moveTo>
                <a:lnTo>
                  <a:pt x="0" y="2838348"/>
                </a:lnTo>
                <a:lnTo>
                  <a:pt x="0" y="2882328"/>
                </a:lnTo>
                <a:lnTo>
                  <a:pt x="18287988" y="1246200"/>
                </a:lnTo>
                <a:lnTo>
                  <a:pt x="18287988" y="1202220"/>
                </a:lnTo>
                <a:close/>
              </a:path>
              <a:path w="18288000" h="10287000">
                <a:moveTo>
                  <a:pt x="18287988" y="168478"/>
                </a:moveTo>
                <a:lnTo>
                  <a:pt x="0" y="1804606"/>
                </a:lnTo>
                <a:lnTo>
                  <a:pt x="0" y="1848599"/>
                </a:lnTo>
                <a:lnTo>
                  <a:pt x="18287988" y="212471"/>
                </a:lnTo>
                <a:lnTo>
                  <a:pt x="18287988" y="168478"/>
                </a:lnTo>
                <a:close/>
              </a:path>
              <a:path w="18288000" h="10287000">
                <a:moveTo>
                  <a:pt x="18288000" y="9472130"/>
                </a:moveTo>
                <a:lnTo>
                  <a:pt x="9179712" y="10286987"/>
                </a:lnTo>
                <a:lnTo>
                  <a:pt x="9671406" y="10286987"/>
                </a:lnTo>
                <a:lnTo>
                  <a:pt x="18288000" y="9516110"/>
                </a:lnTo>
                <a:lnTo>
                  <a:pt x="18288000" y="9472130"/>
                </a:lnTo>
                <a:close/>
              </a:path>
              <a:path w="18288000" h="10287000">
                <a:moveTo>
                  <a:pt x="18288000" y="6370904"/>
                </a:moveTo>
                <a:lnTo>
                  <a:pt x="0" y="8007032"/>
                </a:lnTo>
                <a:lnTo>
                  <a:pt x="0" y="8051025"/>
                </a:lnTo>
                <a:lnTo>
                  <a:pt x="18288000" y="6414897"/>
                </a:lnTo>
                <a:lnTo>
                  <a:pt x="18288000" y="6370904"/>
                </a:lnTo>
                <a:close/>
              </a:path>
              <a:path w="18288000" h="10287000">
                <a:moveTo>
                  <a:pt x="18288000" y="3269691"/>
                </a:moveTo>
                <a:lnTo>
                  <a:pt x="0" y="4905819"/>
                </a:lnTo>
                <a:lnTo>
                  <a:pt x="0" y="4949812"/>
                </a:lnTo>
                <a:lnTo>
                  <a:pt x="18288000" y="3313684"/>
                </a:lnTo>
                <a:lnTo>
                  <a:pt x="18288000" y="3269691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081255"/>
            <a:ext cx="5053965" cy="4206240"/>
          </a:xfrm>
          <a:custGeom>
            <a:avLst/>
            <a:gdLst/>
            <a:ahLst/>
            <a:cxnLst/>
            <a:rect l="l" t="t" r="r" b="b"/>
            <a:pathLst>
              <a:path w="5053965" h="4206240">
                <a:moveTo>
                  <a:pt x="5053647" y="946670"/>
                </a:moveTo>
                <a:lnTo>
                  <a:pt x="2103310" y="1130"/>
                </a:lnTo>
                <a:lnTo>
                  <a:pt x="2092579" y="0"/>
                </a:lnTo>
                <a:lnTo>
                  <a:pt x="2082609" y="2959"/>
                </a:lnTo>
                <a:lnTo>
                  <a:pt x="2074456" y="9448"/>
                </a:lnTo>
                <a:lnTo>
                  <a:pt x="2069249" y="18884"/>
                </a:lnTo>
                <a:lnTo>
                  <a:pt x="1573072" y="1596136"/>
                </a:lnTo>
                <a:lnTo>
                  <a:pt x="1530197" y="1584477"/>
                </a:lnTo>
                <a:lnTo>
                  <a:pt x="1481899" y="1577416"/>
                </a:lnTo>
                <a:lnTo>
                  <a:pt x="1429334" y="1576031"/>
                </a:lnTo>
                <a:lnTo>
                  <a:pt x="1373682" y="1581404"/>
                </a:lnTo>
                <a:lnTo>
                  <a:pt x="1355331" y="1563725"/>
                </a:lnTo>
                <a:lnTo>
                  <a:pt x="1309865" y="1533461"/>
                </a:lnTo>
                <a:lnTo>
                  <a:pt x="1240739" y="1507858"/>
                </a:lnTo>
                <a:lnTo>
                  <a:pt x="1192250" y="1498993"/>
                </a:lnTo>
                <a:lnTo>
                  <a:pt x="1138859" y="1495907"/>
                </a:lnTo>
                <a:lnTo>
                  <a:pt x="1081874" y="1499806"/>
                </a:lnTo>
                <a:lnTo>
                  <a:pt x="1022616" y="1511909"/>
                </a:lnTo>
                <a:lnTo>
                  <a:pt x="1010577" y="1502016"/>
                </a:lnTo>
                <a:lnTo>
                  <a:pt x="968502" y="1477429"/>
                </a:lnTo>
                <a:lnTo>
                  <a:pt x="926934" y="1463306"/>
                </a:lnTo>
                <a:lnTo>
                  <a:pt x="882218" y="1455851"/>
                </a:lnTo>
                <a:lnTo>
                  <a:pt x="835202" y="1454962"/>
                </a:lnTo>
                <a:lnTo>
                  <a:pt x="786765" y="1460538"/>
                </a:lnTo>
                <a:lnTo>
                  <a:pt x="737730" y="1472463"/>
                </a:lnTo>
                <a:lnTo>
                  <a:pt x="688987" y="1490662"/>
                </a:lnTo>
                <a:lnTo>
                  <a:pt x="641362" y="1515008"/>
                </a:lnTo>
                <a:lnTo>
                  <a:pt x="606945" y="1535252"/>
                </a:lnTo>
                <a:lnTo>
                  <a:pt x="571665" y="1556486"/>
                </a:lnTo>
                <a:lnTo>
                  <a:pt x="535800" y="1579029"/>
                </a:lnTo>
                <a:lnTo>
                  <a:pt x="499681" y="1603197"/>
                </a:lnTo>
                <a:lnTo>
                  <a:pt x="463600" y="1629283"/>
                </a:lnTo>
                <a:lnTo>
                  <a:pt x="427863" y="1657604"/>
                </a:lnTo>
                <a:lnTo>
                  <a:pt x="392772" y="1688477"/>
                </a:lnTo>
                <a:lnTo>
                  <a:pt x="358648" y="1722183"/>
                </a:lnTo>
                <a:lnTo>
                  <a:pt x="325780" y="1759064"/>
                </a:lnTo>
                <a:lnTo>
                  <a:pt x="294474" y="1799399"/>
                </a:lnTo>
                <a:lnTo>
                  <a:pt x="265049" y="1843519"/>
                </a:lnTo>
                <a:lnTo>
                  <a:pt x="237807" y="1891715"/>
                </a:lnTo>
                <a:lnTo>
                  <a:pt x="213055" y="1944306"/>
                </a:lnTo>
                <a:lnTo>
                  <a:pt x="191084" y="2001608"/>
                </a:lnTo>
                <a:lnTo>
                  <a:pt x="174942" y="2047494"/>
                </a:lnTo>
                <a:lnTo>
                  <a:pt x="156565" y="2097608"/>
                </a:lnTo>
                <a:lnTo>
                  <a:pt x="136359" y="2151100"/>
                </a:lnTo>
                <a:lnTo>
                  <a:pt x="114693" y="2207145"/>
                </a:lnTo>
                <a:lnTo>
                  <a:pt x="91960" y="2264905"/>
                </a:lnTo>
                <a:lnTo>
                  <a:pt x="68541" y="2323541"/>
                </a:lnTo>
                <a:lnTo>
                  <a:pt x="44831" y="2382202"/>
                </a:lnTo>
                <a:lnTo>
                  <a:pt x="21196" y="2440063"/>
                </a:lnTo>
                <a:lnTo>
                  <a:pt x="0" y="2491511"/>
                </a:lnTo>
                <a:lnTo>
                  <a:pt x="0" y="3538728"/>
                </a:lnTo>
                <a:lnTo>
                  <a:pt x="695198" y="4061345"/>
                </a:lnTo>
                <a:lnTo>
                  <a:pt x="695934" y="4061726"/>
                </a:lnTo>
                <a:lnTo>
                  <a:pt x="706615" y="4065079"/>
                </a:lnTo>
                <a:lnTo>
                  <a:pt x="709371" y="4065282"/>
                </a:lnTo>
                <a:lnTo>
                  <a:pt x="721067" y="4063238"/>
                </a:lnTo>
                <a:lnTo>
                  <a:pt x="727595" y="4058970"/>
                </a:lnTo>
                <a:lnTo>
                  <a:pt x="841286" y="3886289"/>
                </a:lnTo>
                <a:lnTo>
                  <a:pt x="1072705" y="3685349"/>
                </a:lnTo>
                <a:lnTo>
                  <a:pt x="1864804" y="3934536"/>
                </a:lnTo>
                <a:lnTo>
                  <a:pt x="1863813" y="3945153"/>
                </a:lnTo>
                <a:lnTo>
                  <a:pt x="1866823" y="3955021"/>
                </a:lnTo>
                <a:lnTo>
                  <a:pt x="1873288" y="3963060"/>
                </a:lnTo>
                <a:lnTo>
                  <a:pt x="1882648" y="3968204"/>
                </a:lnTo>
                <a:lnTo>
                  <a:pt x="2637752" y="4205744"/>
                </a:lnTo>
                <a:lnTo>
                  <a:pt x="2726931" y="4205744"/>
                </a:lnTo>
                <a:lnTo>
                  <a:pt x="4030624" y="4205744"/>
                </a:lnTo>
                <a:lnTo>
                  <a:pt x="4479442" y="2779052"/>
                </a:lnTo>
                <a:lnTo>
                  <a:pt x="4479531" y="2778785"/>
                </a:lnTo>
                <a:lnTo>
                  <a:pt x="4530877" y="2615565"/>
                </a:lnTo>
                <a:lnTo>
                  <a:pt x="4542587" y="2578316"/>
                </a:lnTo>
                <a:lnTo>
                  <a:pt x="5052517" y="957389"/>
                </a:lnTo>
                <a:lnTo>
                  <a:pt x="5053647" y="9466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17460" y="6142340"/>
            <a:ext cx="4475480" cy="3793490"/>
          </a:xfrm>
          <a:custGeom>
            <a:avLst/>
            <a:gdLst/>
            <a:ahLst/>
            <a:cxnLst/>
            <a:rect l="l" t="t" r="r" b="b"/>
            <a:pathLst>
              <a:path w="4475480" h="3793490">
                <a:moveTo>
                  <a:pt x="4408305" y="1118206"/>
                </a:moveTo>
                <a:lnTo>
                  <a:pt x="3698394" y="894876"/>
                </a:lnTo>
                <a:lnTo>
                  <a:pt x="3699529" y="884156"/>
                </a:lnTo>
                <a:lnTo>
                  <a:pt x="3696566" y="874175"/>
                </a:lnTo>
                <a:lnTo>
                  <a:pt x="3690079" y="866031"/>
                </a:lnTo>
                <a:lnTo>
                  <a:pt x="3680640" y="860824"/>
                </a:lnTo>
                <a:lnTo>
                  <a:pt x="1536817" y="186401"/>
                </a:lnTo>
                <a:lnTo>
                  <a:pt x="1595457" y="0"/>
                </a:lnTo>
                <a:lnTo>
                  <a:pt x="4475094" y="905901"/>
                </a:lnTo>
                <a:lnTo>
                  <a:pt x="4408305" y="1118206"/>
                </a:lnTo>
                <a:close/>
              </a:path>
              <a:path w="4475480" h="3793490">
                <a:moveTo>
                  <a:pt x="3010800" y="678566"/>
                </a:moveTo>
                <a:lnTo>
                  <a:pt x="2164469" y="412320"/>
                </a:lnTo>
                <a:lnTo>
                  <a:pt x="2165603" y="401600"/>
                </a:lnTo>
                <a:lnTo>
                  <a:pt x="2162640" y="391619"/>
                </a:lnTo>
                <a:lnTo>
                  <a:pt x="2156153" y="383475"/>
                </a:lnTo>
                <a:lnTo>
                  <a:pt x="2146714" y="378268"/>
                </a:lnTo>
                <a:lnTo>
                  <a:pt x="3044852" y="660812"/>
                </a:lnTo>
                <a:lnTo>
                  <a:pt x="3034132" y="659678"/>
                </a:lnTo>
                <a:lnTo>
                  <a:pt x="3024151" y="662640"/>
                </a:lnTo>
                <a:lnTo>
                  <a:pt x="3016007" y="669127"/>
                </a:lnTo>
                <a:lnTo>
                  <a:pt x="3010800" y="678566"/>
                </a:lnTo>
                <a:close/>
              </a:path>
              <a:path w="4475480" h="3793490">
                <a:moveTo>
                  <a:pt x="277485" y="3793477"/>
                </a:moveTo>
                <a:lnTo>
                  <a:pt x="0" y="3473878"/>
                </a:lnTo>
                <a:lnTo>
                  <a:pt x="127853" y="3362868"/>
                </a:lnTo>
                <a:lnTo>
                  <a:pt x="405338" y="3682467"/>
                </a:lnTo>
                <a:lnTo>
                  <a:pt x="277485" y="3793477"/>
                </a:lnTo>
                <a:close/>
              </a:path>
              <a:path w="4475480" h="3793490">
                <a:moveTo>
                  <a:pt x="3121832" y="1090983"/>
                </a:moveTo>
                <a:lnTo>
                  <a:pt x="2506910" y="897535"/>
                </a:lnTo>
                <a:lnTo>
                  <a:pt x="2497465" y="892326"/>
                </a:lnTo>
                <a:lnTo>
                  <a:pt x="2490979" y="884183"/>
                </a:lnTo>
                <a:lnTo>
                  <a:pt x="2488019" y="874203"/>
                </a:lnTo>
                <a:lnTo>
                  <a:pt x="2489155" y="863483"/>
                </a:lnTo>
                <a:lnTo>
                  <a:pt x="2494363" y="854044"/>
                </a:lnTo>
                <a:lnTo>
                  <a:pt x="2502506" y="847557"/>
                </a:lnTo>
                <a:lnTo>
                  <a:pt x="2512487" y="844594"/>
                </a:lnTo>
                <a:lnTo>
                  <a:pt x="2523208" y="845728"/>
                </a:lnTo>
                <a:lnTo>
                  <a:pt x="3138130" y="1039176"/>
                </a:lnTo>
                <a:lnTo>
                  <a:pt x="3147569" y="1044384"/>
                </a:lnTo>
                <a:lnTo>
                  <a:pt x="3154056" y="1052527"/>
                </a:lnTo>
                <a:lnTo>
                  <a:pt x="3157019" y="1062508"/>
                </a:lnTo>
                <a:lnTo>
                  <a:pt x="3155885" y="1073229"/>
                </a:lnTo>
                <a:lnTo>
                  <a:pt x="3150677" y="1082668"/>
                </a:lnTo>
                <a:lnTo>
                  <a:pt x="3142534" y="1089155"/>
                </a:lnTo>
                <a:lnTo>
                  <a:pt x="3132553" y="1092117"/>
                </a:lnTo>
                <a:lnTo>
                  <a:pt x="3121832" y="1090983"/>
                </a:lnTo>
                <a:close/>
              </a:path>
              <a:path w="4475480" h="3793490">
                <a:moveTo>
                  <a:pt x="3994078" y="1528768"/>
                </a:moveTo>
                <a:lnTo>
                  <a:pt x="2460139" y="1046208"/>
                </a:lnTo>
                <a:lnTo>
                  <a:pt x="2450700" y="1041001"/>
                </a:lnTo>
                <a:lnTo>
                  <a:pt x="2444213" y="1032857"/>
                </a:lnTo>
                <a:lnTo>
                  <a:pt x="2441250" y="1022876"/>
                </a:lnTo>
                <a:lnTo>
                  <a:pt x="2442384" y="1012156"/>
                </a:lnTo>
                <a:lnTo>
                  <a:pt x="2447592" y="1002717"/>
                </a:lnTo>
                <a:lnTo>
                  <a:pt x="2455735" y="996230"/>
                </a:lnTo>
                <a:lnTo>
                  <a:pt x="2465716" y="993267"/>
                </a:lnTo>
                <a:lnTo>
                  <a:pt x="2476437" y="994401"/>
                </a:lnTo>
                <a:lnTo>
                  <a:pt x="4010363" y="1476957"/>
                </a:lnTo>
                <a:lnTo>
                  <a:pt x="4019809" y="1482167"/>
                </a:lnTo>
                <a:lnTo>
                  <a:pt x="4026300" y="1490312"/>
                </a:lnTo>
                <a:lnTo>
                  <a:pt x="4029264" y="1500293"/>
                </a:lnTo>
                <a:lnTo>
                  <a:pt x="4028130" y="1511014"/>
                </a:lnTo>
                <a:lnTo>
                  <a:pt x="4022923" y="1520453"/>
                </a:lnTo>
                <a:lnTo>
                  <a:pt x="4014779" y="1526940"/>
                </a:lnTo>
                <a:lnTo>
                  <a:pt x="4004798" y="1529903"/>
                </a:lnTo>
                <a:lnTo>
                  <a:pt x="3994078" y="1528768"/>
                </a:lnTo>
                <a:close/>
              </a:path>
              <a:path w="4475480" h="3793490">
                <a:moveTo>
                  <a:pt x="3947311" y="1677428"/>
                </a:moveTo>
                <a:lnTo>
                  <a:pt x="2413372" y="1194868"/>
                </a:lnTo>
                <a:lnTo>
                  <a:pt x="2403933" y="1189661"/>
                </a:lnTo>
                <a:lnTo>
                  <a:pt x="2397446" y="1181517"/>
                </a:lnTo>
                <a:lnTo>
                  <a:pt x="2394483" y="1171536"/>
                </a:lnTo>
                <a:lnTo>
                  <a:pt x="2395618" y="1160816"/>
                </a:lnTo>
                <a:lnTo>
                  <a:pt x="2400825" y="1151377"/>
                </a:lnTo>
                <a:lnTo>
                  <a:pt x="2408969" y="1144890"/>
                </a:lnTo>
                <a:lnTo>
                  <a:pt x="2418950" y="1141927"/>
                </a:lnTo>
                <a:lnTo>
                  <a:pt x="2429670" y="1143061"/>
                </a:lnTo>
                <a:lnTo>
                  <a:pt x="3963596" y="1625617"/>
                </a:lnTo>
                <a:lnTo>
                  <a:pt x="3973042" y="1630827"/>
                </a:lnTo>
                <a:lnTo>
                  <a:pt x="3979533" y="1638972"/>
                </a:lnTo>
                <a:lnTo>
                  <a:pt x="3982497" y="1648953"/>
                </a:lnTo>
                <a:lnTo>
                  <a:pt x="3981363" y="1659674"/>
                </a:lnTo>
                <a:lnTo>
                  <a:pt x="3976156" y="1669113"/>
                </a:lnTo>
                <a:lnTo>
                  <a:pt x="3968012" y="1675600"/>
                </a:lnTo>
                <a:lnTo>
                  <a:pt x="3958031" y="1678563"/>
                </a:lnTo>
                <a:lnTo>
                  <a:pt x="3947311" y="1677428"/>
                </a:lnTo>
                <a:close/>
              </a:path>
              <a:path w="4475480" h="3793490">
                <a:moveTo>
                  <a:pt x="3420098" y="3353262"/>
                </a:moveTo>
                <a:lnTo>
                  <a:pt x="2805176" y="3159814"/>
                </a:lnTo>
                <a:lnTo>
                  <a:pt x="2795737" y="3154607"/>
                </a:lnTo>
                <a:lnTo>
                  <a:pt x="2789250" y="3146463"/>
                </a:lnTo>
                <a:lnTo>
                  <a:pt x="2786287" y="3136482"/>
                </a:lnTo>
                <a:lnTo>
                  <a:pt x="2787421" y="3125762"/>
                </a:lnTo>
                <a:lnTo>
                  <a:pt x="2792629" y="3116323"/>
                </a:lnTo>
                <a:lnTo>
                  <a:pt x="2800772" y="3109836"/>
                </a:lnTo>
                <a:lnTo>
                  <a:pt x="2810753" y="3106873"/>
                </a:lnTo>
                <a:lnTo>
                  <a:pt x="2821474" y="3108007"/>
                </a:lnTo>
                <a:lnTo>
                  <a:pt x="3436396" y="3301455"/>
                </a:lnTo>
                <a:lnTo>
                  <a:pt x="3445840" y="3306665"/>
                </a:lnTo>
                <a:lnTo>
                  <a:pt x="3452327" y="3314808"/>
                </a:lnTo>
                <a:lnTo>
                  <a:pt x="3455287" y="3324788"/>
                </a:lnTo>
                <a:lnTo>
                  <a:pt x="3454150" y="3335508"/>
                </a:lnTo>
                <a:lnTo>
                  <a:pt x="3448943" y="3344947"/>
                </a:lnTo>
                <a:lnTo>
                  <a:pt x="3440799" y="3351434"/>
                </a:lnTo>
                <a:lnTo>
                  <a:pt x="3430819" y="3354396"/>
                </a:lnTo>
                <a:lnTo>
                  <a:pt x="3420098" y="3353262"/>
                </a:lnTo>
                <a:close/>
              </a:path>
              <a:path w="4475480" h="3793490">
                <a:moveTo>
                  <a:pt x="3373344" y="3501926"/>
                </a:moveTo>
                <a:lnTo>
                  <a:pt x="1839406" y="3019366"/>
                </a:lnTo>
                <a:lnTo>
                  <a:pt x="1829967" y="3014159"/>
                </a:lnTo>
                <a:lnTo>
                  <a:pt x="1823480" y="3006015"/>
                </a:lnTo>
                <a:lnTo>
                  <a:pt x="1820517" y="2996034"/>
                </a:lnTo>
                <a:lnTo>
                  <a:pt x="1821651" y="2985314"/>
                </a:lnTo>
                <a:lnTo>
                  <a:pt x="1826859" y="2975875"/>
                </a:lnTo>
                <a:lnTo>
                  <a:pt x="1835002" y="2969388"/>
                </a:lnTo>
                <a:lnTo>
                  <a:pt x="1844983" y="2966425"/>
                </a:lnTo>
                <a:lnTo>
                  <a:pt x="1855704" y="2967559"/>
                </a:lnTo>
                <a:lnTo>
                  <a:pt x="3389629" y="3450115"/>
                </a:lnTo>
                <a:lnTo>
                  <a:pt x="3399076" y="3455325"/>
                </a:lnTo>
                <a:lnTo>
                  <a:pt x="3405567" y="3463470"/>
                </a:lnTo>
                <a:lnTo>
                  <a:pt x="3408531" y="3473451"/>
                </a:lnTo>
                <a:lnTo>
                  <a:pt x="3407397" y="3484172"/>
                </a:lnTo>
                <a:lnTo>
                  <a:pt x="3402189" y="3493611"/>
                </a:lnTo>
                <a:lnTo>
                  <a:pt x="3394046" y="3500098"/>
                </a:lnTo>
                <a:lnTo>
                  <a:pt x="3384065" y="3503061"/>
                </a:lnTo>
                <a:lnTo>
                  <a:pt x="3373344" y="3501926"/>
                </a:lnTo>
                <a:close/>
              </a:path>
              <a:path w="4475480" h="3793490">
                <a:moveTo>
                  <a:pt x="3326574" y="3650599"/>
                </a:moveTo>
                <a:lnTo>
                  <a:pt x="1792635" y="3168039"/>
                </a:lnTo>
                <a:lnTo>
                  <a:pt x="1783196" y="3162832"/>
                </a:lnTo>
                <a:lnTo>
                  <a:pt x="1776709" y="3154688"/>
                </a:lnTo>
                <a:lnTo>
                  <a:pt x="1773746" y="3144707"/>
                </a:lnTo>
                <a:lnTo>
                  <a:pt x="1774880" y="3133987"/>
                </a:lnTo>
                <a:lnTo>
                  <a:pt x="1780088" y="3124548"/>
                </a:lnTo>
                <a:lnTo>
                  <a:pt x="1788231" y="3118061"/>
                </a:lnTo>
                <a:lnTo>
                  <a:pt x="1798212" y="3115098"/>
                </a:lnTo>
                <a:lnTo>
                  <a:pt x="1808933" y="3116232"/>
                </a:lnTo>
                <a:lnTo>
                  <a:pt x="3342858" y="3598788"/>
                </a:lnTo>
                <a:lnTo>
                  <a:pt x="3352305" y="3603998"/>
                </a:lnTo>
                <a:lnTo>
                  <a:pt x="3358796" y="3612143"/>
                </a:lnTo>
                <a:lnTo>
                  <a:pt x="3361760" y="3622124"/>
                </a:lnTo>
                <a:lnTo>
                  <a:pt x="3360626" y="3632845"/>
                </a:lnTo>
                <a:lnTo>
                  <a:pt x="3355418" y="3642284"/>
                </a:lnTo>
                <a:lnTo>
                  <a:pt x="3347275" y="3648771"/>
                </a:lnTo>
                <a:lnTo>
                  <a:pt x="3337294" y="3651734"/>
                </a:lnTo>
                <a:lnTo>
                  <a:pt x="3326574" y="3650599"/>
                </a:lnTo>
                <a:close/>
              </a:path>
              <a:path w="4475480" h="3793490">
                <a:moveTo>
                  <a:pt x="2500962" y="2650045"/>
                </a:moveTo>
                <a:lnTo>
                  <a:pt x="2268232" y="2576831"/>
                </a:lnTo>
                <a:lnTo>
                  <a:pt x="2341446" y="2344101"/>
                </a:lnTo>
                <a:lnTo>
                  <a:pt x="2574176" y="2417315"/>
                </a:lnTo>
                <a:lnTo>
                  <a:pt x="2500962" y="2650045"/>
                </a:lnTo>
                <a:close/>
              </a:path>
              <a:path w="4475480" h="3793490">
                <a:moveTo>
                  <a:pt x="2888024" y="2771810"/>
                </a:moveTo>
                <a:lnTo>
                  <a:pt x="2655294" y="2698596"/>
                </a:lnTo>
                <a:lnTo>
                  <a:pt x="2728509" y="2465867"/>
                </a:lnTo>
                <a:lnTo>
                  <a:pt x="2961238" y="2539081"/>
                </a:lnTo>
                <a:lnTo>
                  <a:pt x="2888024" y="2771810"/>
                </a:lnTo>
                <a:close/>
              </a:path>
            </a:pathLst>
          </a:custGeom>
          <a:solidFill>
            <a:srgbClr val="EC78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25" y="5346773"/>
            <a:ext cx="5055143" cy="49402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6438" y="353315"/>
            <a:ext cx="6463665" cy="265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21136" y="3312639"/>
            <a:ext cx="8400415" cy="3577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searchgate.net/publication/391544307_AI_-" TargetMode="Externa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184890" cy="10287000"/>
          </a:xfrm>
          <a:custGeom>
            <a:avLst/>
            <a:gdLst/>
            <a:ahLst/>
            <a:cxnLst/>
            <a:rect l="l" t="t" r="r" b="b"/>
            <a:pathLst>
              <a:path w="11184890" h="10287000">
                <a:moveTo>
                  <a:pt x="11184830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1184830" y="0"/>
                </a:lnTo>
                <a:lnTo>
                  <a:pt x="11184830" y="10286999"/>
                </a:lnTo>
                <a:close/>
              </a:path>
            </a:pathLst>
          </a:custGeom>
          <a:solidFill>
            <a:srgbClr val="81CCD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8149" y="666750"/>
            <a:ext cx="5753099" cy="894427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54049" y="4632312"/>
            <a:ext cx="6234430" cy="497840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3800" spc="-25">
                <a:solidFill>
                  <a:srgbClr val="212121"/>
                </a:solidFill>
                <a:latin typeface="Trebuchet MS"/>
                <a:cs typeface="Trebuchet MS"/>
              </a:rPr>
              <a:t>Group</a:t>
            </a:r>
            <a:r>
              <a:rPr dirty="0" sz="3800" spc="-30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3800" spc="-20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dirty="0" sz="3800" spc="55">
                <a:solidFill>
                  <a:srgbClr val="212121"/>
                </a:solidFill>
                <a:latin typeface="Trebuchet MS"/>
                <a:cs typeface="Trebuchet MS"/>
              </a:rPr>
              <a:t>6</a:t>
            </a:r>
            <a:endParaRPr sz="3800">
              <a:latin typeface="Trebuchet MS"/>
              <a:cs typeface="Trebuchet MS"/>
            </a:endParaRPr>
          </a:p>
          <a:p>
            <a:pPr marL="12700" marR="805815">
              <a:lnSpc>
                <a:spcPct val="106900"/>
              </a:lnSpc>
            </a:pP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2310030157-</a:t>
            </a:r>
            <a:r>
              <a:rPr dirty="0" sz="3800" spc="-105">
                <a:solidFill>
                  <a:srgbClr val="212121"/>
                </a:solidFill>
                <a:latin typeface="Trebuchet MS"/>
                <a:cs typeface="Trebuchet MS"/>
              </a:rPr>
              <a:t>N.Karthikeya </a:t>
            </a: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2310030115-</a:t>
            </a:r>
            <a:r>
              <a:rPr dirty="0" sz="3800" spc="-10">
                <a:solidFill>
                  <a:srgbClr val="212121"/>
                </a:solidFill>
                <a:latin typeface="Trebuchet MS"/>
                <a:cs typeface="Trebuchet MS"/>
              </a:rPr>
              <a:t>A.Lokesh</a:t>
            </a:r>
            <a:endParaRPr sz="3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3800" spc="35">
                <a:solidFill>
                  <a:srgbClr val="212121"/>
                </a:solidFill>
                <a:latin typeface="Trebuchet MS"/>
                <a:cs typeface="Trebuchet MS"/>
              </a:rPr>
              <a:t>2310030045</a:t>
            </a:r>
            <a:r>
              <a:rPr dirty="0" sz="3800" spc="-490">
                <a:solidFill>
                  <a:srgbClr val="212121"/>
                </a:solidFill>
                <a:latin typeface="Trebuchet MS"/>
                <a:cs typeface="Trebuchet MS"/>
              </a:rPr>
              <a:t>-</a:t>
            </a:r>
            <a:r>
              <a:rPr dirty="0" sz="3800" spc="-47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dirty="0" sz="3800" spc="-45">
                <a:solidFill>
                  <a:srgbClr val="212121"/>
                </a:solidFill>
                <a:latin typeface="Trebuchet MS"/>
                <a:cs typeface="Trebuchet MS"/>
              </a:rPr>
              <a:t>.</a:t>
            </a:r>
            <a:r>
              <a:rPr dirty="0" sz="3800" spc="-10">
                <a:solidFill>
                  <a:srgbClr val="212121"/>
                </a:solidFill>
                <a:latin typeface="Trebuchet MS"/>
                <a:cs typeface="Trebuchet MS"/>
              </a:rPr>
              <a:t>S</a:t>
            </a:r>
            <a:r>
              <a:rPr dirty="0" sz="3800" spc="-25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3800" spc="35">
                <a:solidFill>
                  <a:srgbClr val="212121"/>
                </a:solidFill>
                <a:latin typeface="Trebuchet MS"/>
                <a:cs typeface="Trebuchet MS"/>
              </a:rPr>
              <a:t>i</a:t>
            </a:r>
            <a:r>
              <a:rPr dirty="0" sz="3800" spc="-2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3800" spc="-20">
                <a:solidFill>
                  <a:srgbClr val="212121"/>
                </a:solidFill>
                <a:latin typeface="Trebuchet MS"/>
                <a:cs typeface="Trebuchet MS"/>
              </a:rPr>
              <a:t>Uday</a:t>
            </a:r>
            <a:endParaRPr sz="3800">
              <a:latin typeface="Trebuchet MS"/>
              <a:cs typeface="Trebuchet MS"/>
            </a:endParaRPr>
          </a:p>
          <a:p>
            <a:pPr marL="12700" marR="1649730">
              <a:lnSpc>
                <a:spcPct val="106900"/>
              </a:lnSpc>
            </a:pP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2310030046-</a:t>
            </a:r>
            <a:r>
              <a:rPr dirty="0" sz="3800" spc="-10">
                <a:solidFill>
                  <a:srgbClr val="212121"/>
                </a:solidFill>
                <a:latin typeface="Trebuchet MS"/>
                <a:cs typeface="Trebuchet MS"/>
              </a:rPr>
              <a:t>S.Nikhil </a:t>
            </a: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2310030308-</a:t>
            </a:r>
            <a:r>
              <a:rPr dirty="0" sz="3800" spc="-160">
                <a:solidFill>
                  <a:srgbClr val="212121"/>
                </a:solidFill>
                <a:latin typeface="Trebuchet MS"/>
                <a:cs typeface="Trebuchet MS"/>
              </a:rPr>
              <a:t>V.Karthik</a:t>
            </a:r>
            <a:endParaRPr sz="3800">
              <a:latin typeface="Trebuchet MS"/>
              <a:cs typeface="Trebuchet MS"/>
            </a:endParaRPr>
          </a:p>
          <a:p>
            <a:pPr marL="12700" marR="5080">
              <a:lnSpc>
                <a:spcPct val="106900"/>
              </a:lnSpc>
            </a:pPr>
            <a:r>
              <a:rPr dirty="0" sz="3800" spc="-95">
                <a:solidFill>
                  <a:srgbClr val="212121"/>
                </a:solidFill>
                <a:latin typeface="Trebuchet MS"/>
                <a:cs typeface="Trebuchet MS"/>
              </a:rPr>
              <a:t>Guide:</a:t>
            </a:r>
            <a:r>
              <a:rPr dirty="0" sz="3800" spc="-5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Dr.Shadab</a:t>
            </a:r>
            <a:r>
              <a:rPr dirty="0" sz="3800" spc="-3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3800">
                <a:solidFill>
                  <a:srgbClr val="212121"/>
                </a:solidFill>
                <a:latin typeface="Trebuchet MS"/>
                <a:cs typeface="Trebuchet MS"/>
              </a:rPr>
              <a:t>Siddiqi</a:t>
            </a:r>
            <a:r>
              <a:rPr dirty="0" sz="3800" spc="2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3800" spc="-25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dirty="0" sz="3800" spc="-10">
                <a:solidFill>
                  <a:srgbClr val="212121"/>
                </a:solidFill>
                <a:latin typeface="Trebuchet MS"/>
                <a:cs typeface="Trebuchet MS"/>
              </a:rPr>
              <a:t>Dr.UmaRani</a:t>
            </a:r>
            <a:endParaRPr sz="3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6211" y="610799"/>
            <a:ext cx="7430770" cy="2658745"/>
          </a:xfrm>
          <a:prstGeom prst="rect"/>
        </p:spPr>
        <p:txBody>
          <a:bodyPr wrap="square" lIns="0" tIns="179070" rIns="0" bIns="0" rtlCol="0" vert="horz">
            <a:spAutoFit/>
          </a:bodyPr>
          <a:lstStyle/>
          <a:p>
            <a:pPr marL="12700" marR="5080">
              <a:lnSpc>
                <a:spcPts val="6470"/>
              </a:lnSpc>
              <a:spcBef>
                <a:spcPts val="1410"/>
              </a:spcBef>
            </a:pPr>
            <a:r>
              <a:rPr dirty="0" sz="6450" spc="-830"/>
              <a:t>W</a:t>
            </a:r>
            <a:r>
              <a:rPr dirty="0" sz="6450" spc="-495"/>
              <a:t>e</a:t>
            </a:r>
            <a:r>
              <a:rPr dirty="0" sz="6450" spc="-505"/>
              <a:t>a</a:t>
            </a:r>
            <a:r>
              <a:rPr dirty="0" sz="6450" spc="-495"/>
              <a:t>r</a:t>
            </a:r>
            <a:r>
              <a:rPr dirty="0" sz="6450" spc="-505"/>
              <a:t>a</a:t>
            </a:r>
            <a:r>
              <a:rPr dirty="0" sz="6450" spc="-495"/>
              <a:t>bl</a:t>
            </a:r>
            <a:r>
              <a:rPr dirty="0" sz="6450" spc="-245"/>
              <a:t>e</a:t>
            </a:r>
            <a:r>
              <a:rPr dirty="0" sz="6450" spc="-575"/>
              <a:t> </a:t>
            </a:r>
            <a:r>
              <a:rPr dirty="0" sz="6450" spc="-535"/>
              <a:t>Hand</a:t>
            </a:r>
            <a:r>
              <a:rPr dirty="0" sz="6450" spc="-580"/>
              <a:t> </a:t>
            </a:r>
            <a:r>
              <a:rPr dirty="0" sz="6450" spc="-465"/>
              <a:t>Gesture </a:t>
            </a:r>
            <a:r>
              <a:rPr dirty="0" sz="6450" spc="-475"/>
              <a:t>Recognition</a:t>
            </a:r>
            <a:r>
              <a:rPr dirty="0" sz="6450" spc="-560"/>
              <a:t> </a:t>
            </a:r>
            <a:r>
              <a:rPr dirty="0" sz="6450" spc="-360"/>
              <a:t>for</a:t>
            </a:r>
            <a:r>
              <a:rPr dirty="0" sz="6450" spc="-555"/>
              <a:t> </a:t>
            </a:r>
            <a:r>
              <a:rPr dirty="0" sz="6450" spc="-505"/>
              <a:t>Laptop </a:t>
            </a:r>
            <a:r>
              <a:rPr dirty="0" sz="6450" spc="-455"/>
              <a:t>Control</a:t>
            </a:r>
            <a:endParaRPr sz="6450"/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8222" y="7425564"/>
            <a:ext cx="2005025" cy="225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0"/>
            <a:ext cx="9296399" cy="10276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49" y="587438"/>
            <a:ext cx="5695315" cy="326390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pc="-390"/>
              <a:t>Addressing </a:t>
            </a:r>
            <a:r>
              <a:rPr dirty="0" spc="-350"/>
              <a:t>Inaccessible </a:t>
            </a:r>
            <a:r>
              <a:rPr dirty="0" spc="-375"/>
              <a:t>Input</a:t>
            </a:r>
            <a:r>
              <a:rPr dirty="0" spc="-160"/>
              <a:t> </a:t>
            </a:r>
            <a:r>
              <a:rPr dirty="0" spc="-365"/>
              <a:t>Devices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4559486"/>
            <a:ext cx="7882255" cy="267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900" spc="-160">
                <a:solidFill>
                  <a:srgbClr val="212121"/>
                </a:solidFill>
                <a:latin typeface="Trebuchet MS"/>
                <a:cs typeface="Trebuchet MS"/>
              </a:rPr>
              <a:t>Traditional</a:t>
            </a:r>
            <a:r>
              <a:rPr dirty="0" sz="2900" spc="-2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50">
                <a:solidFill>
                  <a:srgbClr val="212121"/>
                </a:solidFill>
                <a:latin typeface="Trebuchet MS"/>
                <a:cs typeface="Trebuchet MS"/>
              </a:rPr>
              <a:t>input</a:t>
            </a:r>
            <a:r>
              <a:rPr dirty="0" sz="2900" spc="-2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30">
                <a:solidFill>
                  <a:srgbClr val="212121"/>
                </a:solidFill>
                <a:latin typeface="Trebuchet MS"/>
                <a:cs typeface="Trebuchet MS"/>
              </a:rPr>
              <a:t>devices</a:t>
            </a:r>
            <a:r>
              <a:rPr dirty="0" sz="2900" spc="-2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>
                <a:solidFill>
                  <a:srgbClr val="212121"/>
                </a:solidFill>
                <a:latin typeface="Trebuchet MS"/>
                <a:cs typeface="Trebuchet MS"/>
              </a:rPr>
              <a:t>can</a:t>
            </a:r>
            <a:r>
              <a:rPr dirty="0" sz="2900" spc="-2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55">
                <a:solidFill>
                  <a:srgbClr val="212121"/>
                </a:solidFill>
                <a:latin typeface="Trebuchet MS"/>
                <a:cs typeface="Trebuchet MS"/>
              </a:rPr>
              <a:t>often</a:t>
            </a:r>
            <a:r>
              <a:rPr dirty="0" sz="2900" spc="-2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212121"/>
                </a:solidFill>
                <a:latin typeface="Trebuchet MS"/>
                <a:cs typeface="Trebuchet MS"/>
              </a:rPr>
              <a:t>be</a:t>
            </a:r>
            <a:r>
              <a:rPr dirty="0" sz="2900" spc="-2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225">
                <a:solidFill>
                  <a:srgbClr val="212121"/>
                </a:solidFill>
                <a:latin typeface="Arial Black"/>
                <a:cs typeface="Arial Black"/>
              </a:rPr>
              <a:t>challenging </a:t>
            </a:r>
            <a:r>
              <a:rPr dirty="0" sz="2900" spc="-95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10">
                <a:solidFill>
                  <a:srgbClr val="212121"/>
                </a:solidFill>
                <a:latin typeface="Trebuchet MS"/>
                <a:cs typeface="Trebuchet MS"/>
              </a:rPr>
              <a:t>inconvenient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95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35">
                <a:solidFill>
                  <a:srgbClr val="212121"/>
                </a:solidFill>
                <a:latin typeface="Trebuchet MS"/>
                <a:cs typeface="Trebuchet MS"/>
              </a:rPr>
              <a:t>users,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65">
                <a:solidFill>
                  <a:srgbClr val="212121"/>
                </a:solidFill>
                <a:latin typeface="Trebuchet MS"/>
                <a:cs typeface="Trebuchet MS"/>
              </a:rPr>
              <a:t>especially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0">
                <a:solidFill>
                  <a:srgbClr val="212121"/>
                </a:solidFill>
                <a:latin typeface="Trebuchet MS"/>
                <a:cs typeface="Trebuchet MS"/>
              </a:rPr>
              <a:t>during </a:t>
            </a:r>
            <a:r>
              <a:rPr dirty="0" sz="2900" spc="-80">
                <a:solidFill>
                  <a:srgbClr val="212121"/>
                </a:solidFill>
                <a:latin typeface="Trebuchet MS"/>
                <a:cs typeface="Trebuchet MS"/>
              </a:rPr>
              <a:t>presentations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95">
                <a:solidFill>
                  <a:srgbClr val="212121"/>
                </a:solidFill>
                <a:latin typeface="Trebuchet MS"/>
                <a:cs typeface="Trebuchet MS"/>
              </a:rPr>
              <a:t>or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95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45">
                <a:solidFill>
                  <a:srgbClr val="212121"/>
                </a:solidFill>
                <a:latin typeface="Trebuchet MS"/>
                <a:cs typeface="Trebuchet MS"/>
              </a:rPr>
              <a:t>those</a:t>
            </a:r>
            <a:r>
              <a:rPr dirty="0" sz="2900" spc="-20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95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65">
                <a:solidFill>
                  <a:srgbClr val="212121"/>
                </a:solidFill>
                <a:latin typeface="Trebuchet MS"/>
                <a:cs typeface="Trebuchet MS"/>
              </a:rPr>
              <a:t>physical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95">
                <a:solidFill>
                  <a:srgbClr val="212121"/>
                </a:solidFill>
                <a:latin typeface="Trebuchet MS"/>
                <a:cs typeface="Trebuchet MS"/>
              </a:rPr>
              <a:t>disabilities,</a:t>
            </a:r>
            <a:endParaRPr sz="2900">
              <a:latin typeface="Trebuchet MS"/>
              <a:cs typeface="Trebuchet MS"/>
            </a:endParaRPr>
          </a:p>
          <a:p>
            <a:pPr marL="12700" marR="615315">
              <a:lnSpc>
                <a:spcPts val="4440"/>
              </a:lnSpc>
              <a:spcBef>
                <a:spcPts val="100"/>
              </a:spcBef>
            </a:pPr>
            <a:r>
              <a:rPr dirty="0" sz="2900" spc="-105">
                <a:solidFill>
                  <a:srgbClr val="212121"/>
                </a:solidFill>
                <a:latin typeface="Trebuchet MS"/>
                <a:cs typeface="Trebuchet MS"/>
              </a:rPr>
              <a:t>highlighting</a:t>
            </a:r>
            <a:r>
              <a:rPr dirty="0" sz="2900" spc="-2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5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65">
                <a:solidFill>
                  <a:srgbClr val="212121"/>
                </a:solidFill>
                <a:latin typeface="Trebuchet MS"/>
                <a:cs typeface="Trebuchet MS"/>
              </a:rPr>
              <a:t>growing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25">
                <a:solidFill>
                  <a:srgbClr val="212121"/>
                </a:solidFill>
                <a:latin typeface="Trebuchet MS"/>
                <a:cs typeface="Trebuchet MS"/>
              </a:rPr>
              <a:t>need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195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900" spc="-2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85">
                <a:solidFill>
                  <a:srgbClr val="212121"/>
                </a:solidFill>
                <a:latin typeface="Trebuchet MS"/>
                <a:cs typeface="Trebuchet MS"/>
              </a:rPr>
              <a:t>more</a:t>
            </a:r>
            <a:r>
              <a:rPr dirty="0" sz="29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900" spc="-280">
                <a:solidFill>
                  <a:srgbClr val="212121"/>
                </a:solidFill>
                <a:latin typeface="Arial Black"/>
                <a:cs typeface="Arial Black"/>
              </a:rPr>
              <a:t>natural interaction</a:t>
            </a:r>
            <a:r>
              <a:rPr dirty="0" sz="2900" spc="-24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2900" spc="-285">
                <a:solidFill>
                  <a:srgbClr val="212121"/>
                </a:solidFill>
                <a:latin typeface="Arial Black"/>
                <a:cs typeface="Arial Black"/>
              </a:rPr>
              <a:t>methods</a:t>
            </a:r>
            <a:r>
              <a:rPr dirty="0" sz="2900" spc="-285">
                <a:solidFill>
                  <a:srgbClr val="212121"/>
                </a:solidFill>
                <a:latin typeface="Trebuchet MS"/>
                <a:cs typeface="Trebuchet MS"/>
              </a:rPr>
              <a:t>.</a:t>
            </a:r>
            <a:endParaRPr sz="2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418199" y="6603014"/>
            <a:ext cx="6513195" cy="108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599"/>
              </a:lnSpc>
              <a:spcBef>
                <a:spcPts val="100"/>
              </a:spcBef>
            </a:pPr>
            <a:r>
              <a:rPr dirty="0" sz="2000" spc="-80">
                <a:latin typeface="Trebuchet MS"/>
                <a:cs typeface="Trebuchet MS"/>
              </a:rPr>
              <a:t>link</a:t>
            </a:r>
            <a:r>
              <a:rPr dirty="0" sz="2000" spc="-110">
                <a:latin typeface="Trebuchet MS"/>
                <a:cs typeface="Trebuchet MS"/>
              </a:rPr>
              <a:t> </a:t>
            </a:r>
            <a:r>
              <a:rPr dirty="0" sz="2000" spc="-105">
                <a:latin typeface="Trebuchet MS"/>
                <a:cs typeface="Trebuchet MS"/>
              </a:rPr>
              <a:t>to </a:t>
            </a:r>
            <a:r>
              <a:rPr dirty="0" sz="2000" spc="-10">
                <a:latin typeface="Trebuchet MS"/>
                <a:cs typeface="Trebuchet MS"/>
              </a:rPr>
              <a:t>access: </a:t>
            </a:r>
            <a:r>
              <a:rPr dirty="0" sz="2000" spc="-65">
                <a:solidFill>
                  <a:srgbClr val="81CCDD"/>
                </a:solidFill>
                <a:latin typeface="Trebuchet MS"/>
                <a:cs typeface="Trebuchet MS"/>
              </a:rPr>
              <a:t>https://</a:t>
            </a:r>
            <a:r>
              <a:rPr dirty="0" sz="2000" spc="-65">
                <a:solidFill>
                  <a:srgbClr val="81CCDD"/>
                </a:solidFill>
                <a:latin typeface="Trebuchet MS"/>
                <a:cs typeface="Trebuchet MS"/>
                <a:hlinkClick r:id="rId2"/>
              </a:rPr>
              <a:t>www.researchgate.net/publication/391544307_AI_-</a:t>
            </a:r>
            <a:r>
              <a:rPr dirty="0" sz="2000" spc="-65">
                <a:solidFill>
                  <a:srgbClr val="81CCDD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81CCDD"/>
                </a:solidFill>
                <a:latin typeface="Trebuchet MS"/>
                <a:cs typeface="Trebuchet MS"/>
              </a:rPr>
              <a:t>Driven_Hand_Gesture_Recognition_System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49" y="587438"/>
            <a:ext cx="534924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0"/>
              <a:t>Our</a:t>
            </a:r>
            <a:r>
              <a:rPr dirty="0" spc="-165"/>
              <a:t> </a:t>
            </a:r>
            <a:r>
              <a:rPr dirty="0" spc="-340"/>
              <a:t>Solution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1858135"/>
            <a:ext cx="6152515" cy="81851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2050" spc="-45">
                <a:solidFill>
                  <a:srgbClr val="212121"/>
                </a:solidFill>
                <a:latin typeface="Trebuchet MS"/>
                <a:cs typeface="Trebuchet MS"/>
              </a:rPr>
              <a:t>Wearable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Hand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Trebuchet MS"/>
                <a:cs typeface="Trebuchet MS"/>
              </a:rPr>
              <a:t>Recognition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Trebuchet MS"/>
                <a:cs typeface="Trebuchet MS"/>
              </a:rPr>
              <a:t>Laptop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endParaRPr sz="2050">
              <a:latin typeface="Trebuchet MS"/>
              <a:cs typeface="Trebuchet MS"/>
            </a:endParaRPr>
          </a:p>
          <a:p>
            <a:pPr marL="72390">
              <a:lnSpc>
                <a:spcPct val="100000"/>
              </a:lnSpc>
              <a:spcBef>
                <a:spcPts val="660"/>
              </a:spcBef>
            </a:pPr>
            <a:r>
              <a:rPr dirty="0" u="heavy" sz="2050" spc="-34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Key</a:t>
            </a:r>
            <a:r>
              <a:rPr dirty="0" u="heavy" sz="2050" spc="18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heavy" sz="2050" spc="-8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Features</a:t>
            </a:r>
            <a:endParaRPr sz="2050">
              <a:latin typeface="Arial Black"/>
              <a:cs typeface="Arial Black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3210882"/>
            <a:ext cx="81295" cy="8129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3566548"/>
            <a:ext cx="81295" cy="8129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311" y="3922213"/>
            <a:ext cx="81295" cy="8129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4277879"/>
            <a:ext cx="81295" cy="8129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311" y="4989210"/>
            <a:ext cx="81295" cy="8129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5700541"/>
            <a:ext cx="81295" cy="8129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6411873"/>
            <a:ext cx="81295" cy="8129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654049" y="3006427"/>
            <a:ext cx="8416925" cy="397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55295" marR="558800">
              <a:lnSpc>
                <a:spcPct val="113799"/>
              </a:lnSpc>
              <a:spcBef>
                <a:spcPts val="100"/>
              </a:spcBef>
            </a:pPr>
            <a:r>
              <a:rPr dirty="0" sz="2050" spc="-50">
                <a:solidFill>
                  <a:srgbClr val="212121"/>
                </a:solidFill>
                <a:latin typeface="Trebuchet MS"/>
                <a:cs typeface="Trebuchet MS"/>
              </a:rPr>
              <a:t>Wearable</a:t>
            </a:r>
            <a:r>
              <a:rPr dirty="0" sz="2050" spc="-10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40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Trebuchet MS"/>
                <a:cs typeface="Trebuchet MS"/>
              </a:rPr>
              <a:t>Input</a:t>
            </a:r>
            <a:r>
              <a:rPr dirty="0" sz="205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Module:</a:t>
            </a:r>
            <a:r>
              <a:rPr dirty="0" sz="2050" spc="-9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Combines</a:t>
            </a:r>
            <a:r>
              <a:rPr dirty="0" sz="2050" spc="-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140">
                <a:solidFill>
                  <a:srgbClr val="212121"/>
                </a:solidFill>
                <a:latin typeface="Trebuchet MS"/>
                <a:cs typeface="Trebuchet MS"/>
              </a:rPr>
              <a:t>ESP32</a:t>
            </a:r>
            <a:r>
              <a:rPr dirty="0" sz="2050" spc="-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95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dirty="0" sz="2050" spc="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212121"/>
                </a:solidFill>
                <a:latin typeface="Trebuchet MS"/>
                <a:cs typeface="Trebuchet MS"/>
              </a:rPr>
              <a:t>an</a:t>
            </a:r>
            <a:r>
              <a:rPr dirty="0" sz="2050" spc="-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75">
                <a:solidFill>
                  <a:srgbClr val="212121"/>
                </a:solidFill>
                <a:latin typeface="Trebuchet MS"/>
                <a:cs typeface="Trebuchet MS"/>
              </a:rPr>
              <a:t>IMU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Real-</a:t>
            </a:r>
            <a:r>
              <a:rPr dirty="0" sz="2050" spc="-125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dirty="0" sz="2050" spc="-10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40">
                <a:solidFill>
                  <a:srgbClr val="212121"/>
                </a:solidFill>
                <a:latin typeface="Trebuchet MS"/>
                <a:cs typeface="Trebuchet MS"/>
              </a:rPr>
              <a:t>Motion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Capture:</a:t>
            </a:r>
            <a:r>
              <a:rPr dirty="0" sz="2050" spc="-2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212121"/>
                </a:solidFill>
                <a:latin typeface="Trebuchet MS"/>
                <a:cs typeface="Trebuchet MS"/>
              </a:rPr>
              <a:t>Utilizes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80">
                <a:solidFill>
                  <a:srgbClr val="212121"/>
                </a:solidFill>
                <a:latin typeface="Trebuchet MS"/>
                <a:cs typeface="Trebuchet MS"/>
              </a:rPr>
              <a:t>accelerometer-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gyroscope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fusion</a:t>
            </a:r>
            <a:endParaRPr sz="2050">
              <a:latin typeface="Trebuchet MS"/>
              <a:cs typeface="Trebuchet MS"/>
            </a:endParaRPr>
          </a:p>
          <a:p>
            <a:pPr algn="just" marL="455295" marR="139700">
              <a:lnSpc>
                <a:spcPct val="113799"/>
              </a:lnSpc>
            </a:pPr>
            <a:r>
              <a:rPr dirty="0" sz="2050" spc="80">
                <a:solidFill>
                  <a:srgbClr val="212121"/>
                </a:solidFill>
                <a:latin typeface="Trebuchet MS"/>
                <a:cs typeface="Trebuchet MS"/>
              </a:rPr>
              <a:t>BLE-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dirty="0" sz="2050" spc="-1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Transmission:</a:t>
            </a:r>
            <a:r>
              <a:rPr dirty="0" sz="2050" spc="-9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Ensures</a:t>
            </a:r>
            <a:r>
              <a:rPr dirty="0" sz="2050" spc="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Trebuchet MS"/>
                <a:cs typeface="Trebuchet MS"/>
              </a:rPr>
              <a:t>low-</a:t>
            </a:r>
            <a:r>
              <a:rPr dirty="0" sz="2050" spc="-95">
                <a:solidFill>
                  <a:srgbClr val="212121"/>
                </a:solidFill>
                <a:latin typeface="Trebuchet MS"/>
                <a:cs typeface="Trebuchet MS"/>
              </a:rPr>
              <a:t>latency</a:t>
            </a:r>
            <a:r>
              <a:rPr dirty="0" sz="2050" spc="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050" spc="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communication </a:t>
            </a:r>
            <a:r>
              <a:rPr dirty="0" sz="2050" spc="-55">
                <a:solidFill>
                  <a:srgbClr val="212121"/>
                </a:solidFill>
                <a:latin typeface="Trebuchet MS"/>
                <a:cs typeface="Trebuchet MS"/>
              </a:rPr>
              <a:t>Python-</a:t>
            </a:r>
            <a:r>
              <a:rPr dirty="0" sz="2050" spc="-95">
                <a:solidFill>
                  <a:srgbClr val="212121"/>
                </a:solidFill>
                <a:latin typeface="Trebuchet MS"/>
                <a:cs typeface="Trebuchet MS"/>
              </a:rPr>
              <a:t>driven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Host-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Side</a:t>
            </a:r>
            <a:r>
              <a:rPr dirty="0" sz="2050" spc="-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Processing:</a:t>
            </a:r>
            <a:r>
              <a:rPr dirty="0" sz="2050" spc="-1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Implements</a:t>
            </a:r>
            <a:r>
              <a:rPr dirty="0" sz="2050" spc="-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050" spc="-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processing engine</a:t>
            </a:r>
            <a:endParaRPr sz="2050">
              <a:latin typeface="Trebuchet MS"/>
              <a:cs typeface="Trebuchet MS"/>
            </a:endParaRPr>
          </a:p>
          <a:p>
            <a:pPr algn="just" marL="455295" marR="5080">
              <a:lnSpc>
                <a:spcPct val="113799"/>
              </a:lnSpc>
            </a:pPr>
            <a:r>
              <a:rPr dirty="0" sz="2050" spc="-85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Mapping</a:t>
            </a:r>
            <a:r>
              <a:rPr dirty="0" sz="2050" spc="-1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Layer:</a:t>
            </a:r>
            <a:r>
              <a:rPr dirty="0" sz="2050" spc="-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Facilitates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5">
                <a:solidFill>
                  <a:srgbClr val="212121"/>
                </a:solidFill>
                <a:latin typeface="Trebuchet MS"/>
                <a:cs typeface="Trebuchet MS"/>
              </a:rPr>
              <a:t>laptop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20">
                <a:solidFill>
                  <a:srgbClr val="212121"/>
                </a:solidFill>
                <a:latin typeface="Trebuchet MS"/>
                <a:cs typeface="Trebuchet MS"/>
              </a:rPr>
              <a:t>control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2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050" spc="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mouse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 keyboard functions</a:t>
            </a:r>
            <a:endParaRPr sz="2050">
              <a:latin typeface="Trebuchet MS"/>
              <a:cs typeface="Trebuchet MS"/>
            </a:endParaRPr>
          </a:p>
          <a:p>
            <a:pPr algn="just" marL="455295" marR="1308100">
              <a:lnSpc>
                <a:spcPct val="113799"/>
              </a:lnSpc>
            </a:pPr>
            <a:r>
              <a:rPr dirty="0" sz="2050" spc="-95">
                <a:solidFill>
                  <a:srgbClr val="212121"/>
                </a:solidFill>
                <a:latin typeface="Trebuchet MS"/>
                <a:cs typeface="Trebuchet MS"/>
              </a:rPr>
              <a:t>Versatile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85">
                <a:solidFill>
                  <a:srgbClr val="212121"/>
                </a:solidFill>
                <a:latin typeface="Trebuchet MS"/>
                <a:cs typeface="Trebuchet MS"/>
              </a:rPr>
              <a:t>Performance: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30">
                <a:solidFill>
                  <a:srgbClr val="212121"/>
                </a:solidFill>
                <a:latin typeface="Trebuchet MS"/>
                <a:cs typeface="Trebuchet MS"/>
              </a:rPr>
              <a:t>Operates</a:t>
            </a:r>
            <a:r>
              <a:rPr dirty="0" sz="2050" spc="-1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35">
                <a:solidFill>
                  <a:srgbClr val="212121"/>
                </a:solidFill>
                <a:latin typeface="Trebuchet MS"/>
                <a:cs typeface="Trebuchet MS"/>
              </a:rPr>
              <a:t>effectively</a:t>
            </a:r>
            <a:r>
              <a:rPr dirty="0" sz="2050" spc="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04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dirty="0" sz="2050" spc="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85">
                <a:solidFill>
                  <a:srgbClr val="212121"/>
                </a:solidFill>
                <a:latin typeface="Trebuchet MS"/>
                <a:cs typeface="Trebuchet MS"/>
              </a:rPr>
              <a:t>all</a:t>
            </a:r>
            <a:r>
              <a:rPr dirty="0" sz="2050" spc="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lighting</a:t>
            </a:r>
            <a:r>
              <a:rPr dirty="0" sz="2050" spc="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dirty="0" sz="2050" spc="-85">
                <a:solidFill>
                  <a:srgbClr val="212121"/>
                </a:solidFill>
                <a:latin typeface="Trebuchet MS"/>
                <a:cs typeface="Trebuchet MS"/>
              </a:rPr>
              <a:t>environmental</a:t>
            </a:r>
            <a:r>
              <a:rPr dirty="0" sz="2050" spc="-10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conditions</a:t>
            </a:r>
            <a:endParaRPr sz="2050">
              <a:latin typeface="Trebuchet MS"/>
              <a:cs typeface="Trebuchet MS"/>
            </a:endParaRPr>
          </a:p>
          <a:p>
            <a:pPr algn="just" marL="455295">
              <a:lnSpc>
                <a:spcPct val="100000"/>
              </a:lnSpc>
              <a:spcBef>
                <a:spcPts val="345"/>
              </a:spcBef>
            </a:pP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User-</a:t>
            </a:r>
            <a:r>
              <a:rPr dirty="0" sz="2050" spc="-4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dirty="0" sz="2050" spc="-1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35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050" spc="-1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System:</a:t>
            </a:r>
            <a:r>
              <a:rPr dirty="0" sz="2050" spc="-24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60">
                <a:solidFill>
                  <a:srgbClr val="212121"/>
                </a:solidFill>
                <a:latin typeface="Trebuchet MS"/>
                <a:cs typeface="Trebuchet MS"/>
              </a:rPr>
              <a:t>Offers</a:t>
            </a:r>
            <a:r>
              <a:rPr dirty="0" sz="2050" spc="-1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60">
                <a:solidFill>
                  <a:srgbClr val="212121"/>
                </a:solidFill>
                <a:latin typeface="Trebuchet MS"/>
                <a:cs typeface="Trebuchet MS"/>
              </a:rPr>
              <a:t>full</a:t>
            </a:r>
            <a:r>
              <a:rPr dirty="0" sz="2050" spc="-12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portability</a:t>
            </a: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u="heavy" sz="2050" spc="-17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Core</a:t>
            </a:r>
            <a:r>
              <a:rPr dirty="0" u="heavy" sz="2050" spc="-160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heavy" sz="2050" spc="-95">
                <a:solidFill>
                  <a:srgbClr val="212121"/>
                </a:solidFill>
                <a:uFill>
                  <a:solidFill>
                    <a:srgbClr val="212121"/>
                  </a:solidFill>
                </a:uFill>
                <a:latin typeface="Arial Black"/>
                <a:cs typeface="Arial Black"/>
              </a:rPr>
              <a:t>Advantages</a:t>
            </a:r>
            <a:endParaRPr sz="2050">
              <a:latin typeface="Arial Black"/>
              <a:cs typeface="Arial Black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7519517"/>
            <a:ext cx="81295" cy="8129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097202" y="7315062"/>
            <a:ext cx="7572375" cy="144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799"/>
              </a:lnSpc>
              <a:spcBef>
                <a:spcPts val="100"/>
              </a:spcBef>
            </a:pPr>
            <a:r>
              <a:rPr dirty="0" sz="2050" spc="-65">
                <a:solidFill>
                  <a:srgbClr val="212121"/>
                </a:solidFill>
                <a:latin typeface="Trebuchet MS"/>
                <a:cs typeface="Trebuchet MS"/>
              </a:rPr>
              <a:t>Hardware-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dirty="0" sz="2050" spc="-90">
                <a:solidFill>
                  <a:srgbClr val="212121"/>
                </a:solidFill>
                <a:latin typeface="Trebuchet MS"/>
                <a:cs typeface="Trebuchet MS"/>
              </a:rPr>
              <a:t> Detection:</a:t>
            </a:r>
            <a:r>
              <a:rPr dirty="0" sz="205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25">
                <a:solidFill>
                  <a:srgbClr val="212121"/>
                </a:solidFill>
                <a:latin typeface="Trebuchet MS"/>
                <a:cs typeface="Trebuchet MS"/>
              </a:rPr>
              <a:t>Operates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independently</a:t>
            </a:r>
            <a:r>
              <a:rPr dirty="0" sz="2050" spc="-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cameras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High</a:t>
            </a:r>
            <a:r>
              <a:rPr dirty="0" sz="2050" spc="-1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50">
                <a:solidFill>
                  <a:srgbClr val="212121"/>
                </a:solidFill>
                <a:latin typeface="Trebuchet MS"/>
                <a:cs typeface="Trebuchet MS"/>
              </a:rPr>
              <a:t>Accuracy:</a:t>
            </a:r>
            <a:r>
              <a:rPr dirty="0" sz="2050" spc="-2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Achieves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55">
                <a:solidFill>
                  <a:srgbClr val="212121"/>
                </a:solidFill>
                <a:latin typeface="Trebuchet MS"/>
                <a:cs typeface="Trebuchet MS"/>
              </a:rPr>
              <a:t>precision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45">
                <a:solidFill>
                  <a:srgbClr val="212121"/>
                </a:solidFill>
                <a:latin typeface="Trebuchet MS"/>
                <a:cs typeface="Trebuchet MS"/>
              </a:rPr>
              <a:t>with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direct</a:t>
            </a:r>
            <a:r>
              <a:rPr dirty="0" sz="2050" spc="-12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sensor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readings </a:t>
            </a:r>
            <a:r>
              <a:rPr dirty="0" sz="2050" spc="-85">
                <a:solidFill>
                  <a:srgbClr val="212121"/>
                </a:solidFill>
                <a:latin typeface="Trebuchet MS"/>
                <a:cs typeface="Trebuchet MS"/>
              </a:rPr>
              <a:t>Lightweight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Cost-</a:t>
            </a:r>
            <a:r>
              <a:rPr dirty="0" sz="2050" spc="-135">
                <a:solidFill>
                  <a:srgbClr val="212121"/>
                </a:solidFill>
                <a:latin typeface="Trebuchet MS"/>
                <a:cs typeface="Trebuchet MS"/>
              </a:rPr>
              <a:t>effective:</a:t>
            </a:r>
            <a:r>
              <a:rPr dirty="0" sz="2050" spc="-229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Designed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4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90">
                <a:solidFill>
                  <a:srgbClr val="212121"/>
                </a:solidFill>
                <a:latin typeface="Trebuchet MS"/>
                <a:cs typeface="Trebuchet MS"/>
              </a:rPr>
              <a:t>low</a:t>
            </a:r>
            <a:r>
              <a:rPr dirty="0" sz="2050" spc="-11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power</a:t>
            </a:r>
            <a:r>
              <a:rPr dirty="0" sz="2050" spc="-1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consumption </a:t>
            </a:r>
            <a:r>
              <a:rPr dirty="0" sz="2050" spc="-70">
                <a:solidFill>
                  <a:srgbClr val="212121"/>
                </a:solidFill>
                <a:latin typeface="Trebuchet MS"/>
                <a:cs typeface="Trebuchet MS"/>
              </a:rPr>
              <a:t>Comfortable</a:t>
            </a:r>
            <a:r>
              <a:rPr dirty="0" sz="205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45">
                <a:solidFill>
                  <a:srgbClr val="212121"/>
                </a:solidFill>
                <a:latin typeface="Trebuchet MS"/>
                <a:cs typeface="Trebuchet MS"/>
              </a:rPr>
              <a:t>Wearable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Design:</a:t>
            </a:r>
            <a:r>
              <a:rPr dirty="0" sz="2050" spc="-20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Ensures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ease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>
                <a:solidFill>
                  <a:srgbClr val="212121"/>
                </a:solidFill>
                <a:latin typeface="Trebuchet MS"/>
                <a:cs typeface="Trebuchet MS"/>
              </a:rPr>
              <a:t>use</a:t>
            </a:r>
            <a:r>
              <a:rPr dirty="0" sz="2050" spc="-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05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050" spc="-10">
                <a:solidFill>
                  <a:srgbClr val="212121"/>
                </a:solidFill>
                <a:latin typeface="Trebuchet MS"/>
                <a:cs typeface="Trebuchet MS"/>
              </a:rPr>
              <a:t>practicality</a:t>
            </a:r>
            <a:endParaRPr sz="2050">
              <a:latin typeface="Trebuchet MS"/>
              <a:cs typeface="Trebuchet MS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0311" y="7875183"/>
            <a:ext cx="81295" cy="8129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8230848"/>
            <a:ext cx="81295" cy="81295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0311" y="8586514"/>
            <a:ext cx="81295" cy="81294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78883" y="2101529"/>
            <a:ext cx="7798199" cy="3041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39305" y="1578077"/>
            <a:ext cx="8494731" cy="69391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103" rIns="0" bIns="0" rtlCol="0" vert="horz">
            <a:spAutoFit/>
          </a:bodyPr>
          <a:lstStyle/>
          <a:p>
            <a:pPr marL="120014" marR="5080">
              <a:lnSpc>
                <a:spcPts val="7950"/>
              </a:lnSpc>
              <a:spcBef>
                <a:spcPts val="1740"/>
              </a:spcBef>
            </a:pPr>
            <a:r>
              <a:rPr dirty="0" spc="-425"/>
              <a:t>System </a:t>
            </a:r>
            <a:r>
              <a:rPr dirty="0" spc="-400"/>
              <a:t>Workflow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54049" y="3097206"/>
            <a:ext cx="6809105" cy="572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875">
              <a:lnSpc>
                <a:spcPct val="114999"/>
              </a:lnSpc>
              <a:spcBef>
                <a:spcPts val="100"/>
              </a:spcBef>
            </a:pP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system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detects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04">
                <a:solidFill>
                  <a:srgbClr val="212121"/>
                </a:solidFill>
                <a:latin typeface="Arial Black"/>
                <a:cs typeface="Arial Black"/>
              </a:rPr>
              <a:t>hand</a:t>
            </a:r>
            <a:r>
              <a:rPr dirty="0" sz="2500" spc="-195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2500" spc="-225">
                <a:solidFill>
                  <a:srgbClr val="212121"/>
                </a:solidFill>
                <a:latin typeface="Arial Black"/>
                <a:cs typeface="Arial Black"/>
              </a:rPr>
              <a:t>gestures</a:t>
            </a:r>
            <a:r>
              <a:rPr dirty="0" sz="2500" spc="-254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through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sensors,</a:t>
            </a:r>
            <a:r>
              <a:rPr dirty="0" sz="2500" spc="-1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sending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processed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65">
                <a:solidFill>
                  <a:srgbClr val="212121"/>
                </a:solidFill>
                <a:latin typeface="Trebuchet MS"/>
                <a:cs typeface="Trebuchet MS"/>
              </a:rPr>
              <a:t>via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5">
                <a:solidFill>
                  <a:srgbClr val="212121"/>
                </a:solidFill>
                <a:latin typeface="Trebuchet MS"/>
                <a:cs typeface="Trebuchet MS"/>
              </a:rPr>
              <a:t>Bluetooth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to </a:t>
            </a:r>
            <a:r>
              <a:rPr dirty="0" sz="2500" spc="-125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2500" spc="-1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laptop,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60">
                <a:solidFill>
                  <a:srgbClr val="212121"/>
                </a:solidFill>
                <a:latin typeface="Trebuchet MS"/>
                <a:cs typeface="Trebuchet MS"/>
              </a:rPr>
              <a:t>executes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commands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on </a:t>
            </a:r>
            <a:r>
              <a:rPr dirty="0" sz="2500" spc="-50">
                <a:solidFill>
                  <a:srgbClr val="212121"/>
                </a:solidFill>
                <a:latin typeface="Trebuchet MS"/>
                <a:cs typeface="Trebuchet MS"/>
              </a:rPr>
              <a:t>user-</a:t>
            </a:r>
            <a:r>
              <a:rPr dirty="0" sz="2500" spc="-90">
                <a:solidFill>
                  <a:srgbClr val="212121"/>
                </a:solidFill>
                <a:latin typeface="Trebuchet MS"/>
                <a:cs typeface="Trebuchet MS"/>
              </a:rPr>
              <a:t>defined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40">
                <a:solidFill>
                  <a:srgbClr val="212121"/>
                </a:solidFill>
                <a:latin typeface="Trebuchet MS"/>
                <a:cs typeface="Trebuchet MS"/>
              </a:rPr>
              <a:t>mappings,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30">
                <a:solidFill>
                  <a:srgbClr val="212121"/>
                </a:solidFill>
                <a:latin typeface="Trebuchet MS"/>
                <a:cs typeface="Trebuchet MS"/>
              </a:rPr>
              <a:t>enhancing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intuitive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0">
                <a:solidFill>
                  <a:srgbClr val="212121"/>
                </a:solidFill>
                <a:latin typeface="Trebuchet MS"/>
                <a:cs typeface="Trebuchet MS"/>
              </a:rPr>
              <a:t>control </a:t>
            </a:r>
            <a:r>
              <a:rPr dirty="0" sz="2500" spc="-150">
                <a:solidFill>
                  <a:srgbClr val="212121"/>
                </a:solidFill>
                <a:latin typeface="Trebuchet MS"/>
                <a:cs typeface="Trebuchet MS"/>
              </a:rPr>
              <a:t>without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5">
                <a:solidFill>
                  <a:srgbClr val="212121"/>
                </a:solidFill>
                <a:latin typeface="Trebuchet MS"/>
                <a:cs typeface="Trebuchet MS"/>
              </a:rPr>
              <a:t>physical</a:t>
            </a:r>
            <a:r>
              <a:rPr dirty="0" sz="2500" spc="-1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0">
                <a:solidFill>
                  <a:srgbClr val="212121"/>
                </a:solidFill>
                <a:latin typeface="Trebuchet MS"/>
                <a:cs typeface="Trebuchet MS"/>
              </a:rPr>
              <a:t>interaction.</a:t>
            </a:r>
            <a:endParaRPr sz="2500">
              <a:latin typeface="Trebuchet MS"/>
              <a:cs typeface="Trebuchet MS"/>
            </a:endParaRPr>
          </a:p>
          <a:p>
            <a:pPr marL="12700" marR="46990">
              <a:lnSpc>
                <a:spcPct val="114999"/>
              </a:lnSpc>
            </a:pP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ser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5">
                <a:solidFill>
                  <a:srgbClr val="212121"/>
                </a:solidFill>
                <a:latin typeface="Trebuchet MS"/>
                <a:cs typeface="Trebuchet MS"/>
              </a:rPr>
              <a:t>performs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hand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gestures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0">
                <a:solidFill>
                  <a:srgbClr val="212121"/>
                </a:solidFill>
                <a:latin typeface="Trebuchet MS"/>
                <a:cs typeface="Trebuchet MS"/>
              </a:rPr>
              <a:t>which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5">
                <a:solidFill>
                  <a:srgbClr val="212121"/>
                </a:solidFill>
                <a:latin typeface="Trebuchet MS"/>
                <a:cs typeface="Trebuchet MS"/>
              </a:rPr>
              <a:t>are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0">
                <a:solidFill>
                  <a:srgbClr val="212121"/>
                </a:solidFill>
                <a:latin typeface="Trebuchet MS"/>
                <a:cs typeface="Trebuchet MS"/>
              </a:rPr>
              <a:t>detected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by </a:t>
            </a:r>
            <a:r>
              <a:rPr dirty="0" sz="2500" spc="40">
                <a:solidFill>
                  <a:srgbClr val="212121"/>
                </a:solidFill>
                <a:latin typeface="Trebuchet MS"/>
                <a:cs typeface="Trebuchet MS"/>
              </a:rPr>
              <a:t>sensors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545465">
              <a:lnSpc>
                <a:spcPct val="114999"/>
              </a:lnSpc>
            </a:pPr>
            <a:r>
              <a:rPr dirty="0" sz="2500" spc="-100">
                <a:solidFill>
                  <a:srgbClr val="212121"/>
                </a:solidFill>
                <a:latin typeface="Trebuchet MS"/>
                <a:cs typeface="Trebuchet MS"/>
              </a:rPr>
              <a:t>Microcontroller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processes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5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250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sensor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 data</a:t>
            </a:r>
            <a:r>
              <a:rPr dirty="0" sz="2500" spc="-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and </a:t>
            </a:r>
            <a:r>
              <a:rPr dirty="0" sz="2500" spc="70">
                <a:solidFill>
                  <a:srgbClr val="212121"/>
                </a:solidFill>
                <a:latin typeface="Trebuchet MS"/>
                <a:cs typeface="Trebuchet MS"/>
              </a:rPr>
              <a:t>sends</a:t>
            </a:r>
            <a:r>
              <a:rPr dirty="0" sz="25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4">
                <a:solidFill>
                  <a:srgbClr val="212121"/>
                </a:solidFill>
                <a:latin typeface="Trebuchet MS"/>
                <a:cs typeface="Trebuchet MS"/>
              </a:rPr>
              <a:t>it</a:t>
            </a:r>
            <a:r>
              <a:rPr dirty="0" sz="2500" spc="-21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65">
                <a:solidFill>
                  <a:srgbClr val="212121"/>
                </a:solidFill>
                <a:latin typeface="Trebuchet MS"/>
                <a:cs typeface="Trebuchet MS"/>
              </a:rPr>
              <a:t>via</a:t>
            </a:r>
            <a:r>
              <a:rPr dirty="0" sz="2500" spc="-204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Bluetooth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2500">
              <a:latin typeface="Trebuchet MS"/>
              <a:cs typeface="Trebuchet MS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dirty="0" sz="2500" spc="-45">
                <a:solidFill>
                  <a:srgbClr val="212121"/>
                </a:solidFill>
                <a:latin typeface="Trebuchet MS"/>
                <a:cs typeface="Trebuchet MS"/>
              </a:rPr>
              <a:t>Laptop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5">
                <a:solidFill>
                  <a:srgbClr val="212121"/>
                </a:solidFill>
                <a:latin typeface="Trebuchet MS"/>
                <a:cs typeface="Trebuchet MS"/>
              </a:rPr>
              <a:t>receives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5">
                <a:solidFill>
                  <a:srgbClr val="212121"/>
                </a:solidFill>
                <a:latin typeface="Trebuchet MS"/>
                <a:cs typeface="Trebuchet MS"/>
              </a:rPr>
              <a:t>the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5">
                <a:solidFill>
                  <a:srgbClr val="212121"/>
                </a:solidFill>
                <a:latin typeface="Trebuchet MS"/>
                <a:cs typeface="Trebuchet MS"/>
              </a:rPr>
              <a:t>gesture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data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75">
                <a:solidFill>
                  <a:srgbClr val="212121"/>
                </a:solidFill>
                <a:latin typeface="Trebuchet MS"/>
                <a:cs typeface="Trebuchet MS"/>
              </a:rPr>
              <a:t>performs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the </a:t>
            </a:r>
            <a:r>
              <a:rPr dirty="0" sz="2500" spc="-100">
                <a:solidFill>
                  <a:srgbClr val="212121"/>
                </a:solidFill>
                <a:latin typeface="Trebuchet MS"/>
                <a:cs typeface="Trebuchet MS"/>
              </a:rPr>
              <a:t>required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action</a:t>
            </a:r>
            <a:endParaRPr sz="2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637" y="-94299"/>
            <a:ext cx="5105400" cy="2654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pc="-580"/>
              <a:t>PRE</a:t>
            </a:r>
            <a:r>
              <a:rPr dirty="0" spc="-650"/>
              <a:t> </a:t>
            </a:r>
            <a:r>
              <a:rPr dirty="0" spc="-575"/>
              <a:t>Existing technologies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0"/>
            <a:ext cx="9296399" cy="1027687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3347846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3662171"/>
            <a:ext cx="76200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3976496"/>
            <a:ext cx="76200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4919471"/>
            <a:ext cx="76200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5233796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5548121"/>
            <a:ext cx="76200" cy="761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6805421"/>
            <a:ext cx="76200" cy="761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7119746"/>
            <a:ext cx="76200" cy="7619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7434071"/>
            <a:ext cx="76200" cy="7619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8691371"/>
            <a:ext cx="76200" cy="7619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9005696"/>
            <a:ext cx="76200" cy="761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4271" y="9320021"/>
            <a:ext cx="76200" cy="761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61546" y="2555524"/>
            <a:ext cx="6522720" cy="69405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u="heavy" sz="1900" spc="-17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Overview</a:t>
            </a:r>
            <a:r>
              <a:rPr dirty="0" u="heavy" sz="1900" spc="-10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3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of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8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Gesture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8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and</a:t>
            </a:r>
            <a:r>
              <a:rPr dirty="0" u="heavy" sz="1900" spc="-10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6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Interface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3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Systems</a:t>
            </a:r>
            <a:endParaRPr sz="1900">
              <a:latin typeface="Georgia"/>
              <a:cs typeface="Georgia"/>
            </a:endParaRPr>
          </a:p>
          <a:p>
            <a:pPr marL="271780" indent="-259079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71780" algn="l"/>
              </a:tabLst>
            </a:pPr>
            <a:r>
              <a:rPr dirty="0" sz="1900" spc="-170" b="1">
                <a:latin typeface="Georgia"/>
                <a:cs typeface="Georgia"/>
              </a:rPr>
              <a:t>Vision-</a:t>
            </a:r>
            <a:r>
              <a:rPr dirty="0" sz="1900" spc="-185" b="1">
                <a:latin typeface="Georgia"/>
                <a:cs typeface="Georgia"/>
              </a:rPr>
              <a:t>Based</a:t>
            </a:r>
            <a:r>
              <a:rPr dirty="0" sz="1900" spc="-80" b="1">
                <a:latin typeface="Georgia"/>
                <a:cs typeface="Georgia"/>
              </a:rPr>
              <a:t> </a:t>
            </a:r>
            <a:r>
              <a:rPr dirty="0" sz="1900" spc="-180" b="1">
                <a:latin typeface="Georgia"/>
                <a:cs typeface="Georgia"/>
              </a:rPr>
              <a:t>Gesture</a:t>
            </a:r>
            <a:r>
              <a:rPr dirty="0" sz="1900" spc="-75" b="1">
                <a:latin typeface="Georgia"/>
                <a:cs typeface="Georgia"/>
              </a:rPr>
              <a:t> </a:t>
            </a:r>
            <a:r>
              <a:rPr dirty="0" sz="1900" spc="-35" b="1">
                <a:latin typeface="Georgia"/>
                <a:cs typeface="Georgia"/>
              </a:rPr>
              <a:t>System:-</a:t>
            </a:r>
            <a:endParaRPr sz="1900">
              <a:latin typeface="Georgia"/>
              <a:cs typeface="Georgia"/>
            </a:endParaRPr>
          </a:p>
          <a:p>
            <a:pPr marL="429259">
              <a:lnSpc>
                <a:spcPct val="100000"/>
              </a:lnSpc>
              <a:spcBef>
                <a:spcPts val="195"/>
              </a:spcBef>
            </a:pPr>
            <a:r>
              <a:rPr dirty="0" sz="1900" spc="-114">
                <a:latin typeface="Georgia"/>
                <a:cs typeface="Georgia"/>
              </a:rPr>
              <a:t>Utilizes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50">
                <a:latin typeface="Georgia"/>
                <a:cs typeface="Georgia"/>
              </a:rPr>
              <a:t>cameras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and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image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30">
                <a:latin typeface="Georgia"/>
                <a:cs typeface="Georgia"/>
              </a:rPr>
              <a:t>processing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technology</a:t>
            </a:r>
            <a:endParaRPr sz="1900">
              <a:latin typeface="Georgia"/>
              <a:cs typeface="Georgia"/>
            </a:endParaRPr>
          </a:p>
          <a:p>
            <a:pPr marL="429259" marR="135890">
              <a:lnSpc>
                <a:spcPts val="2480"/>
              </a:lnSpc>
              <a:spcBef>
                <a:spcPts val="115"/>
              </a:spcBef>
            </a:pPr>
            <a:r>
              <a:rPr dirty="0" sz="1900" spc="-130">
                <a:latin typeface="Georgia"/>
                <a:cs typeface="Georgia"/>
              </a:rPr>
              <a:t>Provides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25">
                <a:latin typeface="Georgia"/>
                <a:cs typeface="Georgia"/>
              </a:rPr>
              <a:t>high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45">
                <a:latin typeface="Georgia"/>
                <a:cs typeface="Georgia"/>
              </a:rPr>
              <a:t>accuracy,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14">
                <a:latin typeface="Georgia"/>
                <a:cs typeface="Georgia"/>
              </a:rPr>
              <a:t>but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35">
                <a:latin typeface="Georgia"/>
                <a:cs typeface="Georgia"/>
              </a:rPr>
              <a:t>can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00">
                <a:latin typeface="Georgia"/>
                <a:cs typeface="Georgia"/>
              </a:rPr>
              <a:t>be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affected</a:t>
            </a:r>
            <a:r>
              <a:rPr dirty="0" sz="1900" spc="-105">
                <a:latin typeface="Georgia"/>
                <a:cs typeface="Georgia"/>
              </a:rPr>
              <a:t> by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lighting</a:t>
            </a:r>
            <a:r>
              <a:rPr dirty="0" sz="1900" spc="-105">
                <a:latin typeface="Georgia"/>
                <a:cs typeface="Georgia"/>
              </a:rPr>
              <a:t> conditions </a:t>
            </a:r>
            <a:r>
              <a:rPr dirty="0" sz="1900" spc="-155">
                <a:latin typeface="Georgia"/>
                <a:cs typeface="Georgia"/>
              </a:rPr>
              <a:t>Demands</a:t>
            </a:r>
            <a:r>
              <a:rPr dirty="0" sz="1900" spc="-75">
                <a:latin typeface="Georgia"/>
                <a:cs typeface="Georgia"/>
              </a:rPr>
              <a:t> </a:t>
            </a:r>
            <a:r>
              <a:rPr dirty="0" sz="1900" spc="-130">
                <a:latin typeface="Georgia"/>
                <a:cs typeface="Georgia"/>
              </a:rPr>
              <a:t>considerable</a:t>
            </a:r>
            <a:r>
              <a:rPr dirty="0" sz="1900" spc="-75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computational</a:t>
            </a:r>
            <a:r>
              <a:rPr dirty="0" sz="1900" spc="-75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resources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900">
              <a:latin typeface="Georgia"/>
              <a:cs typeface="Georgia"/>
            </a:endParaRPr>
          </a:p>
          <a:p>
            <a:pPr marL="271780" indent="-259079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71780" algn="l"/>
              </a:tabLst>
            </a:pPr>
            <a:r>
              <a:rPr dirty="0" sz="1900" spc="-180" b="1">
                <a:latin typeface="Georgia"/>
                <a:cs typeface="Georgia"/>
              </a:rPr>
              <a:t>Sensor-</a:t>
            </a:r>
            <a:r>
              <a:rPr dirty="0" sz="1900" spc="-185" b="1">
                <a:latin typeface="Georgia"/>
                <a:cs typeface="Georgia"/>
              </a:rPr>
              <a:t>Based</a:t>
            </a:r>
            <a:r>
              <a:rPr dirty="0" sz="1900" spc="-60" b="1">
                <a:latin typeface="Georgia"/>
                <a:cs typeface="Georgia"/>
              </a:rPr>
              <a:t> </a:t>
            </a:r>
            <a:r>
              <a:rPr dirty="0" sz="1900" spc="-175" b="1">
                <a:latin typeface="Georgia"/>
                <a:cs typeface="Georgia"/>
              </a:rPr>
              <a:t>Wearable</a:t>
            </a:r>
            <a:r>
              <a:rPr dirty="0" sz="1900" spc="-60" b="1">
                <a:latin typeface="Georgia"/>
                <a:cs typeface="Georgia"/>
              </a:rPr>
              <a:t> </a:t>
            </a:r>
            <a:r>
              <a:rPr dirty="0" sz="1900" spc="-40" b="1">
                <a:latin typeface="Georgia"/>
                <a:cs typeface="Georgia"/>
              </a:rPr>
              <a:t>Systems</a:t>
            </a:r>
            <a:endParaRPr sz="1900">
              <a:latin typeface="Georgia"/>
              <a:cs typeface="Georgia"/>
            </a:endParaRPr>
          </a:p>
          <a:p>
            <a:pPr marL="429259">
              <a:lnSpc>
                <a:spcPct val="100000"/>
              </a:lnSpc>
              <a:spcBef>
                <a:spcPts val="195"/>
              </a:spcBef>
            </a:pPr>
            <a:r>
              <a:rPr dirty="0" sz="1900" spc="-130">
                <a:latin typeface="Georgia"/>
                <a:cs typeface="Georgia"/>
              </a:rPr>
              <a:t>Incorporates</a:t>
            </a:r>
            <a:r>
              <a:rPr dirty="0" sz="1900" spc="-80">
                <a:latin typeface="Georgia"/>
                <a:cs typeface="Georgia"/>
              </a:rPr>
              <a:t> </a:t>
            </a:r>
            <a:r>
              <a:rPr dirty="0" sz="1900" spc="-135">
                <a:latin typeface="Georgia"/>
                <a:cs typeface="Georgia"/>
              </a:rPr>
              <a:t>accelerometers</a:t>
            </a:r>
            <a:r>
              <a:rPr dirty="0" sz="1900" spc="-80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and</a:t>
            </a:r>
            <a:r>
              <a:rPr dirty="0" sz="1900" spc="-75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gyroscopes</a:t>
            </a:r>
            <a:endParaRPr sz="1900">
              <a:latin typeface="Georgia"/>
              <a:cs typeface="Georgia"/>
            </a:endParaRPr>
          </a:p>
          <a:p>
            <a:pPr marL="429259" marR="370840">
              <a:lnSpc>
                <a:spcPts val="2480"/>
              </a:lnSpc>
              <a:spcBef>
                <a:spcPts val="110"/>
              </a:spcBef>
            </a:pPr>
            <a:r>
              <a:rPr dirty="0" sz="1900" spc="-130">
                <a:latin typeface="Georgia"/>
                <a:cs typeface="Georgia"/>
              </a:rPr>
              <a:t>Operates</a:t>
            </a:r>
            <a:r>
              <a:rPr dirty="0" sz="1900" spc="-90">
                <a:latin typeface="Georgia"/>
                <a:cs typeface="Georgia"/>
              </a:rPr>
              <a:t> </a:t>
            </a:r>
            <a:r>
              <a:rPr dirty="0" sz="1900" spc="-135">
                <a:latin typeface="Georgia"/>
                <a:cs typeface="Georgia"/>
              </a:rPr>
              <a:t>independently</a:t>
            </a:r>
            <a:r>
              <a:rPr dirty="0" sz="1900" spc="-85">
                <a:latin typeface="Georgia"/>
                <a:cs typeface="Georgia"/>
              </a:rPr>
              <a:t> of </a:t>
            </a:r>
            <a:r>
              <a:rPr dirty="0" sz="1900" spc="-120">
                <a:latin typeface="Georgia"/>
                <a:cs typeface="Georgia"/>
              </a:rPr>
              <a:t>lighting</a:t>
            </a:r>
            <a:r>
              <a:rPr dirty="0" sz="1900" spc="-85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and</a:t>
            </a:r>
            <a:r>
              <a:rPr dirty="0" sz="1900" spc="-85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background</a:t>
            </a:r>
            <a:r>
              <a:rPr dirty="0" sz="1900" spc="-85">
                <a:latin typeface="Georgia"/>
                <a:cs typeface="Georgia"/>
              </a:rPr>
              <a:t> </a:t>
            </a:r>
            <a:r>
              <a:rPr dirty="0" sz="1900" spc="-105">
                <a:latin typeface="Georgia"/>
                <a:cs typeface="Georgia"/>
              </a:rPr>
              <a:t>influences </a:t>
            </a:r>
            <a:r>
              <a:rPr dirty="0" sz="1900" spc="-130">
                <a:latin typeface="Georgia"/>
                <a:cs typeface="Georgia"/>
              </a:rPr>
              <a:t>Lightweight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design,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50">
                <a:latin typeface="Georgia"/>
                <a:cs typeface="Georgia"/>
              </a:rPr>
              <a:t>making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80">
                <a:latin typeface="Georgia"/>
                <a:cs typeface="Georgia"/>
              </a:rPr>
              <a:t>it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14">
                <a:latin typeface="Georgia"/>
                <a:cs typeface="Georgia"/>
              </a:rPr>
              <a:t>perfect</a:t>
            </a:r>
            <a:r>
              <a:rPr dirty="0" sz="1900" spc="-100">
                <a:latin typeface="Georgia"/>
                <a:cs typeface="Georgia"/>
              </a:rPr>
              <a:t> for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30">
                <a:latin typeface="Georgia"/>
                <a:cs typeface="Georgia"/>
              </a:rPr>
              <a:t>real-time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control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900">
              <a:latin typeface="Georgia"/>
              <a:cs typeface="Georgia"/>
            </a:endParaRPr>
          </a:p>
          <a:p>
            <a:pPr marL="318135" indent="-259079">
              <a:lnSpc>
                <a:spcPct val="100000"/>
              </a:lnSpc>
              <a:buAutoNum type="arabicPeriod" startAt="3"/>
              <a:tabLst>
                <a:tab pos="318135" algn="l"/>
              </a:tabLst>
            </a:pPr>
            <a:r>
              <a:rPr dirty="0" sz="1900" spc="-195" b="1">
                <a:latin typeface="Georgia"/>
                <a:cs typeface="Georgia"/>
              </a:rPr>
              <a:t>Touch</a:t>
            </a:r>
            <a:r>
              <a:rPr dirty="0" sz="1900" spc="-100" b="1">
                <a:latin typeface="Georgia"/>
                <a:cs typeface="Georgia"/>
              </a:rPr>
              <a:t> </a:t>
            </a:r>
            <a:r>
              <a:rPr dirty="0" sz="1900" spc="-145" b="1">
                <a:latin typeface="Georgia"/>
                <a:cs typeface="Georgia"/>
              </a:rPr>
              <a:t>&amp;</a:t>
            </a:r>
            <a:r>
              <a:rPr dirty="0" sz="1900" spc="-100" b="1">
                <a:latin typeface="Georgia"/>
                <a:cs typeface="Georgia"/>
              </a:rPr>
              <a:t> </a:t>
            </a:r>
            <a:r>
              <a:rPr dirty="0" sz="1900" spc="-185" b="1">
                <a:latin typeface="Georgia"/>
                <a:cs typeface="Georgia"/>
              </a:rPr>
              <a:t>Voice-Based</a:t>
            </a:r>
            <a:r>
              <a:rPr dirty="0" sz="1900" spc="-100" b="1">
                <a:latin typeface="Georgia"/>
                <a:cs typeface="Georgia"/>
              </a:rPr>
              <a:t> </a:t>
            </a:r>
            <a:r>
              <a:rPr dirty="0" sz="1900" spc="-60" b="1">
                <a:latin typeface="Georgia"/>
                <a:cs typeface="Georgia"/>
              </a:rPr>
              <a:t>Interfaces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900">
              <a:latin typeface="Georgia"/>
              <a:cs typeface="Georgia"/>
            </a:endParaRPr>
          </a:p>
          <a:p>
            <a:pPr marL="429259">
              <a:lnSpc>
                <a:spcPct val="100000"/>
              </a:lnSpc>
            </a:pPr>
            <a:r>
              <a:rPr dirty="0" sz="1900" spc="-130">
                <a:latin typeface="Georgia"/>
                <a:cs typeface="Georgia"/>
              </a:rPr>
              <a:t>Includes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touchpads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and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voice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25">
                <a:latin typeface="Georgia"/>
                <a:cs typeface="Georgia"/>
              </a:rPr>
              <a:t>recognition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assistants</a:t>
            </a:r>
            <a:endParaRPr sz="1900">
              <a:latin typeface="Georgia"/>
              <a:cs typeface="Georgia"/>
            </a:endParaRPr>
          </a:p>
          <a:p>
            <a:pPr marL="429259" marR="5080">
              <a:lnSpc>
                <a:spcPts val="2480"/>
              </a:lnSpc>
              <a:spcBef>
                <a:spcPts val="110"/>
              </a:spcBef>
            </a:pPr>
            <a:r>
              <a:rPr dirty="0" sz="1900" spc="-130">
                <a:latin typeface="Georgia"/>
                <a:cs typeface="Georgia"/>
              </a:rPr>
              <a:t>Limited</a:t>
            </a:r>
            <a:r>
              <a:rPr dirty="0" sz="1900" spc="-114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performance</a:t>
            </a:r>
            <a:r>
              <a:rPr dirty="0" sz="1900" spc="-110">
                <a:latin typeface="Georgia"/>
                <a:cs typeface="Georgia"/>
              </a:rPr>
              <a:t> in </a:t>
            </a:r>
            <a:r>
              <a:rPr dirty="0" sz="1900" spc="-130">
                <a:latin typeface="Georgia"/>
                <a:cs typeface="Georgia"/>
              </a:rPr>
              <a:t>noisy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25">
                <a:latin typeface="Georgia"/>
                <a:cs typeface="Georgia"/>
              </a:rPr>
              <a:t>settings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00">
                <a:latin typeface="Georgia"/>
                <a:cs typeface="Georgia"/>
              </a:rPr>
              <a:t>or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45">
                <a:latin typeface="Georgia"/>
                <a:cs typeface="Georgia"/>
              </a:rPr>
              <a:t>when</a:t>
            </a:r>
            <a:r>
              <a:rPr dirty="0" sz="1900" spc="-114">
                <a:latin typeface="Georgia"/>
                <a:cs typeface="Georgia"/>
              </a:rPr>
              <a:t> </a:t>
            </a:r>
            <a:r>
              <a:rPr dirty="0" sz="1900" spc="-145">
                <a:latin typeface="Georgia"/>
                <a:cs typeface="Georgia"/>
              </a:rPr>
              <a:t>hands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are</a:t>
            </a:r>
            <a:r>
              <a:rPr dirty="0" sz="1900" spc="-110">
                <a:latin typeface="Georgia"/>
                <a:cs typeface="Georgia"/>
              </a:rPr>
              <a:t> </a:t>
            </a:r>
            <a:r>
              <a:rPr dirty="0" sz="1900" spc="-95">
                <a:latin typeface="Georgia"/>
                <a:cs typeface="Georgia"/>
              </a:rPr>
              <a:t>occupied </a:t>
            </a:r>
            <a:r>
              <a:rPr dirty="0" sz="1900" spc="-130">
                <a:latin typeface="Georgia"/>
                <a:cs typeface="Georgia"/>
              </a:rPr>
              <a:t>Less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50">
                <a:latin typeface="Georgia"/>
                <a:cs typeface="Georgia"/>
              </a:rPr>
              <a:t>accommodating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00">
                <a:latin typeface="Georgia"/>
                <a:cs typeface="Georgia"/>
              </a:rPr>
              <a:t>for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30">
                <a:latin typeface="Georgia"/>
                <a:cs typeface="Georgia"/>
              </a:rPr>
              <a:t>individuals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25">
                <a:latin typeface="Georgia"/>
                <a:cs typeface="Georgia"/>
              </a:rPr>
              <a:t>with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30">
                <a:latin typeface="Georgia"/>
                <a:cs typeface="Georgia"/>
              </a:rPr>
              <a:t>physical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20">
                <a:latin typeface="Georgia"/>
                <a:cs typeface="Georgia"/>
              </a:rPr>
              <a:t>disabilities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900">
              <a:latin typeface="Georgia"/>
              <a:cs typeface="Georgia"/>
            </a:endParaRPr>
          </a:p>
          <a:p>
            <a:pPr marL="59055">
              <a:lnSpc>
                <a:spcPct val="100000"/>
              </a:lnSpc>
            </a:pPr>
            <a:r>
              <a:rPr dirty="0" u="heavy" sz="1900" spc="-17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Limitations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3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of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175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Current</a:t>
            </a:r>
            <a:r>
              <a:rPr dirty="0" u="heavy" sz="1900" spc="-10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dirty="0" u="heavy" sz="1900" spc="-40" b="1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Systems</a:t>
            </a:r>
            <a:endParaRPr sz="19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900">
              <a:latin typeface="Georgia"/>
              <a:cs typeface="Georgia"/>
            </a:endParaRPr>
          </a:p>
          <a:p>
            <a:pPr marL="429259" marR="1845310">
              <a:lnSpc>
                <a:spcPct val="108600"/>
              </a:lnSpc>
            </a:pPr>
            <a:r>
              <a:rPr dirty="0" sz="1900" spc="-114">
                <a:latin typeface="Georgia"/>
                <a:cs typeface="Georgia"/>
              </a:rPr>
              <a:t>Often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expensive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00">
                <a:latin typeface="Georgia"/>
                <a:cs typeface="Georgia"/>
              </a:rPr>
              <a:t>or </a:t>
            </a:r>
            <a:r>
              <a:rPr dirty="0" sz="1900" spc="-125">
                <a:latin typeface="Georgia"/>
                <a:cs typeface="Georgia"/>
              </a:rPr>
              <a:t>require</a:t>
            </a:r>
            <a:r>
              <a:rPr dirty="0" sz="1900" spc="-95">
                <a:latin typeface="Georgia"/>
                <a:cs typeface="Georgia"/>
              </a:rPr>
              <a:t> </a:t>
            </a:r>
            <a:r>
              <a:rPr dirty="0" sz="1900" spc="-135">
                <a:latin typeface="Georgia"/>
                <a:cs typeface="Georgia"/>
              </a:rPr>
              <a:t>complicated</a:t>
            </a:r>
            <a:r>
              <a:rPr dirty="0" sz="1900" spc="-100">
                <a:latin typeface="Georgia"/>
                <a:cs typeface="Georgia"/>
              </a:rPr>
              <a:t> </a:t>
            </a:r>
            <a:r>
              <a:rPr dirty="0" sz="1900" spc="-95">
                <a:latin typeface="Georgia"/>
                <a:cs typeface="Georgia"/>
              </a:rPr>
              <a:t>setups </a:t>
            </a:r>
            <a:r>
              <a:rPr dirty="0" sz="1900" spc="-135">
                <a:latin typeface="Georgia"/>
                <a:cs typeface="Georgia"/>
              </a:rPr>
              <a:t>Lack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20">
                <a:latin typeface="Georgia"/>
                <a:cs typeface="Georgia"/>
              </a:rPr>
              <a:t>portability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40">
                <a:latin typeface="Georgia"/>
                <a:cs typeface="Georgia"/>
              </a:rPr>
              <a:t>and</a:t>
            </a:r>
            <a:r>
              <a:rPr dirty="0" sz="1900" spc="-105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flexibility</a:t>
            </a:r>
            <a:endParaRPr sz="1900">
              <a:latin typeface="Georgia"/>
              <a:cs typeface="Georgia"/>
            </a:endParaRPr>
          </a:p>
          <a:p>
            <a:pPr marL="429259">
              <a:lnSpc>
                <a:spcPct val="100000"/>
              </a:lnSpc>
              <a:spcBef>
                <a:spcPts val="195"/>
              </a:spcBef>
            </a:pPr>
            <a:r>
              <a:rPr dirty="0" sz="1900" spc="-120">
                <a:latin typeface="Georgia"/>
                <a:cs typeface="Georgia"/>
              </a:rPr>
              <a:t>Not entirely </a:t>
            </a:r>
            <a:r>
              <a:rPr dirty="0" sz="1900" spc="-125">
                <a:latin typeface="Georgia"/>
                <a:cs typeface="Georgia"/>
              </a:rPr>
              <a:t>suited</a:t>
            </a:r>
            <a:r>
              <a:rPr dirty="0" sz="1900" spc="-120">
                <a:latin typeface="Georgia"/>
                <a:cs typeface="Georgia"/>
              </a:rPr>
              <a:t> </a:t>
            </a:r>
            <a:r>
              <a:rPr dirty="0" sz="1900" spc="-100">
                <a:latin typeface="Georgia"/>
                <a:cs typeface="Georgia"/>
              </a:rPr>
              <a:t>for</a:t>
            </a:r>
            <a:r>
              <a:rPr dirty="0" sz="1900" spc="-120">
                <a:latin typeface="Georgia"/>
                <a:cs typeface="Georgia"/>
              </a:rPr>
              <a:t> </a:t>
            </a:r>
            <a:r>
              <a:rPr dirty="0" sz="1900" spc="-90">
                <a:latin typeface="Georgia"/>
                <a:cs typeface="Georgia"/>
              </a:rPr>
              <a:t>all</a:t>
            </a:r>
            <a:r>
              <a:rPr dirty="0" sz="1900" spc="-114">
                <a:latin typeface="Georgia"/>
                <a:cs typeface="Georgia"/>
              </a:rPr>
              <a:t> </a:t>
            </a:r>
            <a:r>
              <a:rPr dirty="0" sz="1900" spc="-125">
                <a:latin typeface="Georgia"/>
                <a:cs typeface="Georgia"/>
              </a:rPr>
              <a:t>user</a:t>
            </a:r>
            <a:r>
              <a:rPr dirty="0" sz="1900" spc="-120">
                <a:latin typeface="Georgia"/>
                <a:cs typeface="Georgia"/>
              </a:rPr>
              <a:t> </a:t>
            </a:r>
            <a:r>
              <a:rPr dirty="0" sz="1900" spc="-10">
                <a:latin typeface="Georgia"/>
                <a:cs typeface="Georgia"/>
              </a:rPr>
              <a:t>scenarios.</a:t>
            </a:r>
            <a:endParaRPr sz="1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722" y="210573"/>
            <a:ext cx="554799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0"/>
              <a:t>TECH</a:t>
            </a:r>
            <a:r>
              <a:rPr dirty="0" spc="-635"/>
              <a:t> </a:t>
            </a:r>
            <a:r>
              <a:rPr dirty="0" spc="-610"/>
              <a:t>S</a:t>
            </a:r>
            <a:r>
              <a:rPr dirty="0" spc="-865"/>
              <a:t>T</a:t>
            </a:r>
            <a:r>
              <a:rPr dirty="0" spc="-615"/>
              <a:t>A</a:t>
            </a:r>
            <a:r>
              <a:rPr dirty="0" spc="-610"/>
              <a:t>C</a:t>
            </a:r>
            <a:r>
              <a:rPr dirty="0" spc="-345"/>
              <a:t>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0722" y="1530866"/>
            <a:ext cx="6461760" cy="835977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285115" algn="l"/>
              </a:tabLst>
            </a:pPr>
            <a:r>
              <a:rPr dirty="0" sz="2000" spc="-190" b="1">
                <a:latin typeface="Georgia"/>
                <a:cs typeface="Georgia"/>
              </a:rPr>
              <a:t>Hardware</a:t>
            </a:r>
            <a:r>
              <a:rPr dirty="0" sz="2000" spc="-90" b="1">
                <a:latin typeface="Georgia"/>
                <a:cs typeface="Georgia"/>
              </a:rPr>
              <a:t> </a:t>
            </a:r>
            <a:r>
              <a:rPr dirty="0" sz="2000" spc="-180" b="1">
                <a:latin typeface="Georgia"/>
                <a:cs typeface="Georgia"/>
              </a:rPr>
              <a:t>Layer</a:t>
            </a:r>
            <a:r>
              <a:rPr dirty="0" sz="2000" spc="-90" b="1">
                <a:latin typeface="Georgia"/>
                <a:cs typeface="Georgia"/>
              </a:rPr>
              <a:t> </a:t>
            </a:r>
            <a:r>
              <a:rPr dirty="0" sz="2000" spc="-170" b="1">
                <a:latin typeface="Georgia"/>
                <a:cs typeface="Georgia"/>
              </a:rPr>
              <a:t>(Wearable</a:t>
            </a:r>
            <a:r>
              <a:rPr dirty="0" sz="2000" spc="-85" b="1">
                <a:latin typeface="Georgia"/>
                <a:cs typeface="Georgia"/>
              </a:rPr>
              <a:t> </a:t>
            </a:r>
            <a:r>
              <a:rPr dirty="0" sz="2000" spc="-10" b="1">
                <a:latin typeface="Georgia"/>
                <a:cs typeface="Georgia"/>
              </a:rPr>
              <a:t>Device)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125">
                <a:latin typeface="Georgia"/>
                <a:cs typeface="Georgia"/>
              </a:rPr>
              <a:t>ESP32 Control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Unit</a:t>
            </a:r>
            <a:endParaRPr sz="2000">
              <a:latin typeface="Georgia"/>
              <a:cs typeface="Georgia"/>
            </a:endParaRPr>
          </a:p>
          <a:p>
            <a:pPr marL="12700" marR="2110740">
              <a:lnSpc>
                <a:spcPct val="109400"/>
              </a:lnSpc>
            </a:pPr>
            <a:r>
              <a:rPr dirty="0" sz="2000" spc="-165">
                <a:latin typeface="Georgia"/>
                <a:cs typeface="Georgia"/>
              </a:rPr>
              <a:t>MPU6050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/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50">
                <a:latin typeface="Georgia"/>
                <a:cs typeface="Georgia"/>
              </a:rPr>
              <a:t>MPU9250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25">
                <a:latin typeface="Georgia"/>
                <a:cs typeface="Georgia"/>
              </a:rPr>
              <a:t>IMU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Sensor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00">
                <a:latin typeface="Georgia"/>
                <a:cs typeface="Georgia"/>
              </a:rPr>
              <a:t>Module </a:t>
            </a:r>
            <a:r>
              <a:rPr dirty="0" sz="2000" spc="-155">
                <a:latin typeface="Georgia"/>
                <a:cs typeface="Georgia"/>
              </a:rPr>
              <a:t>On-</a:t>
            </a:r>
            <a:r>
              <a:rPr dirty="0" sz="2000" spc="-135">
                <a:latin typeface="Georgia"/>
                <a:cs typeface="Georgia"/>
              </a:rPr>
              <a:t>board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BLE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Transmitter</a:t>
            </a:r>
            <a:endParaRPr sz="2000">
              <a:latin typeface="Georgia"/>
              <a:cs typeface="Georgia"/>
            </a:endParaRPr>
          </a:p>
          <a:p>
            <a:pPr marL="12700" marR="3256279">
              <a:lnSpc>
                <a:spcPct val="109400"/>
              </a:lnSpc>
            </a:pPr>
            <a:r>
              <a:rPr dirty="0" sz="2000" spc="-150">
                <a:latin typeface="Georgia"/>
                <a:cs typeface="Georgia"/>
              </a:rPr>
              <a:t>Wearable</a:t>
            </a:r>
            <a:r>
              <a:rPr dirty="0" sz="2000" spc="-120">
                <a:latin typeface="Georgia"/>
                <a:cs typeface="Georgia"/>
              </a:rPr>
              <a:t> Glove </a:t>
            </a:r>
            <a:r>
              <a:rPr dirty="0" sz="2000" spc="-75">
                <a:latin typeface="Georgia"/>
                <a:cs typeface="Georgia"/>
              </a:rPr>
              <a:t>/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Strap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25">
                <a:latin typeface="Georgia"/>
                <a:cs typeface="Georgia"/>
              </a:rPr>
              <a:t>Platform </a:t>
            </a:r>
            <a:r>
              <a:rPr dirty="0" sz="2000" spc="-155">
                <a:latin typeface="Georgia"/>
                <a:cs typeface="Georgia"/>
              </a:rPr>
              <a:t>Lithium-</a:t>
            </a:r>
            <a:r>
              <a:rPr dirty="0" sz="2000" spc="-120">
                <a:latin typeface="Georgia"/>
                <a:cs typeface="Georgia"/>
              </a:rPr>
              <a:t>ion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Power</a:t>
            </a:r>
            <a:r>
              <a:rPr dirty="0" sz="2000" spc="-10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Module</a:t>
            </a:r>
            <a:endParaRPr sz="2000">
              <a:latin typeface="Georgia"/>
              <a:cs typeface="Georgia"/>
            </a:endParaRPr>
          </a:p>
          <a:p>
            <a:pPr marL="285115" indent="-272415">
              <a:lnSpc>
                <a:spcPct val="100000"/>
              </a:lnSpc>
              <a:spcBef>
                <a:spcPts val="225"/>
              </a:spcBef>
              <a:buAutoNum type="arabicPeriod" startAt="2"/>
              <a:tabLst>
                <a:tab pos="285115" algn="l"/>
              </a:tabLst>
            </a:pPr>
            <a:r>
              <a:rPr dirty="0" sz="2000" spc="-200" b="1">
                <a:latin typeface="Georgia"/>
                <a:cs typeface="Georgia"/>
              </a:rPr>
              <a:t>Firmware</a:t>
            </a:r>
            <a:r>
              <a:rPr dirty="0" sz="2000" spc="-90" b="1">
                <a:latin typeface="Georgia"/>
                <a:cs typeface="Georgia"/>
              </a:rPr>
              <a:t> </a:t>
            </a:r>
            <a:r>
              <a:rPr dirty="0" sz="2000" spc="-180" b="1">
                <a:latin typeface="Georgia"/>
                <a:cs typeface="Georgia"/>
              </a:rPr>
              <a:t>Layer</a:t>
            </a:r>
            <a:r>
              <a:rPr dirty="0" sz="2000" spc="-85" b="1">
                <a:latin typeface="Georgia"/>
                <a:cs typeface="Georgia"/>
              </a:rPr>
              <a:t> </a:t>
            </a:r>
            <a:r>
              <a:rPr dirty="0" sz="2000" spc="-200" b="1">
                <a:latin typeface="Georgia"/>
                <a:cs typeface="Georgia"/>
              </a:rPr>
              <a:t>(Embedded</a:t>
            </a:r>
            <a:r>
              <a:rPr dirty="0" sz="2000" spc="-85" b="1">
                <a:latin typeface="Georgia"/>
                <a:cs typeface="Georgia"/>
              </a:rPr>
              <a:t> </a:t>
            </a:r>
            <a:r>
              <a:rPr dirty="0" sz="2000" spc="-100" b="1">
                <a:latin typeface="Georgia"/>
                <a:cs typeface="Georgia"/>
              </a:rPr>
              <a:t>Programming)</a:t>
            </a:r>
            <a:endParaRPr sz="2000">
              <a:latin typeface="Georgia"/>
              <a:cs typeface="Georgia"/>
            </a:endParaRPr>
          </a:p>
          <a:p>
            <a:pPr marL="12700" marR="3135630">
              <a:lnSpc>
                <a:spcPct val="109400"/>
              </a:lnSpc>
            </a:pPr>
            <a:r>
              <a:rPr dirty="0" sz="2000" spc="-140">
                <a:latin typeface="Georgia"/>
                <a:cs typeface="Georgia"/>
              </a:rPr>
              <a:t>Arduino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 spc="-70">
                <a:latin typeface="Georgia"/>
                <a:cs typeface="Georgia"/>
              </a:rPr>
              <a:t>C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/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 spc="-165">
                <a:latin typeface="Georgia"/>
                <a:cs typeface="Georgia"/>
              </a:rPr>
              <a:t>ESP-</a:t>
            </a:r>
            <a:r>
              <a:rPr dirty="0" sz="2000" spc="-114">
                <a:latin typeface="Georgia"/>
                <a:cs typeface="Georgia"/>
              </a:rPr>
              <a:t>IDF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10">
                <a:latin typeface="Georgia"/>
                <a:cs typeface="Georgia"/>
              </a:rPr>
              <a:t>(for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 spc="-100">
                <a:latin typeface="Georgia"/>
                <a:cs typeface="Georgia"/>
              </a:rPr>
              <a:t>ESP32) </a:t>
            </a:r>
            <a:r>
              <a:rPr dirty="0" sz="2000" spc="-150">
                <a:latin typeface="Georgia"/>
                <a:cs typeface="Georgia"/>
              </a:rPr>
              <a:t>Firmware</a:t>
            </a:r>
            <a:r>
              <a:rPr dirty="0" sz="2000" spc="-105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Gesture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Encoder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135">
                <a:latin typeface="Georgia"/>
                <a:cs typeface="Georgia"/>
              </a:rPr>
              <a:t>Sensor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Fusion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Algorithms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150">
                <a:latin typeface="Georgia"/>
                <a:cs typeface="Georgia"/>
              </a:rPr>
              <a:t>(Complementary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114">
                <a:latin typeface="Georgia"/>
                <a:cs typeface="Georgia"/>
              </a:rPr>
              <a:t>Filter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/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160">
                <a:latin typeface="Georgia"/>
                <a:cs typeface="Georgia"/>
              </a:rPr>
              <a:t>Kalman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50">
                <a:latin typeface="Georgia"/>
                <a:cs typeface="Georgia"/>
              </a:rPr>
              <a:t>Filter)</a:t>
            </a:r>
            <a:endParaRPr sz="2000">
              <a:latin typeface="Georgia"/>
              <a:cs typeface="Georgia"/>
            </a:endParaRPr>
          </a:p>
          <a:p>
            <a:pPr marL="12700" marR="2837815">
              <a:lnSpc>
                <a:spcPct val="109400"/>
              </a:lnSpc>
            </a:pPr>
            <a:r>
              <a:rPr dirty="0" sz="2000" spc="-140">
                <a:latin typeface="Georgia"/>
                <a:cs typeface="Georgia"/>
              </a:rPr>
              <a:t>BLE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Data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45">
                <a:latin typeface="Georgia"/>
                <a:cs typeface="Georgia"/>
              </a:rPr>
              <a:t>Packet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50">
                <a:latin typeface="Georgia"/>
                <a:cs typeface="Georgia"/>
              </a:rPr>
              <a:t>Transmission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05">
                <a:latin typeface="Georgia"/>
                <a:cs typeface="Georgia"/>
              </a:rPr>
              <a:t>Layer </a:t>
            </a:r>
            <a:r>
              <a:rPr dirty="0" sz="2000" spc="-130">
                <a:latin typeface="Georgia"/>
                <a:cs typeface="Georgia"/>
              </a:rPr>
              <a:t>Gesture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Opcode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Generator</a:t>
            </a:r>
            <a:endParaRPr sz="2000">
              <a:latin typeface="Georgia"/>
              <a:cs typeface="Georgia"/>
            </a:endParaRPr>
          </a:p>
          <a:p>
            <a:pPr marL="285115" indent="-272415">
              <a:lnSpc>
                <a:spcPct val="100000"/>
              </a:lnSpc>
              <a:spcBef>
                <a:spcPts val="225"/>
              </a:spcBef>
              <a:buAutoNum type="arabicPeriod" startAt="3"/>
              <a:tabLst>
                <a:tab pos="285115" algn="l"/>
              </a:tabLst>
            </a:pPr>
            <a:r>
              <a:rPr dirty="0" sz="2000" spc="-210" b="1">
                <a:latin typeface="Georgia"/>
                <a:cs typeface="Georgia"/>
              </a:rPr>
              <a:t>Communication</a:t>
            </a:r>
            <a:r>
              <a:rPr dirty="0" sz="2000" spc="-60" b="1">
                <a:latin typeface="Georgia"/>
                <a:cs typeface="Georgia"/>
              </a:rPr>
              <a:t> </a:t>
            </a:r>
            <a:r>
              <a:rPr dirty="0" sz="2000" spc="-20" b="1">
                <a:latin typeface="Georgia"/>
                <a:cs typeface="Georgia"/>
              </a:rPr>
              <a:t>Layer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135">
                <a:latin typeface="Georgia"/>
                <a:cs typeface="Georgia"/>
              </a:rPr>
              <a:t>Bluetooth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Low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Energy</a:t>
            </a:r>
            <a:r>
              <a:rPr dirty="0" sz="2000" spc="-110">
                <a:latin typeface="Georgia"/>
                <a:cs typeface="Georgia"/>
              </a:rPr>
              <a:t> </a:t>
            </a:r>
            <a:r>
              <a:rPr dirty="0" sz="2000" spc="-20">
                <a:latin typeface="Georgia"/>
                <a:cs typeface="Georgia"/>
              </a:rPr>
              <a:t>(BLE)</a:t>
            </a:r>
            <a:endParaRPr sz="2000">
              <a:latin typeface="Georgia"/>
              <a:cs typeface="Georgia"/>
            </a:endParaRPr>
          </a:p>
          <a:p>
            <a:pPr marL="12700" marR="2101850">
              <a:lnSpc>
                <a:spcPct val="109400"/>
              </a:lnSpc>
            </a:pPr>
            <a:r>
              <a:rPr dirty="0" sz="2000" spc="-150">
                <a:latin typeface="Georgia"/>
                <a:cs typeface="Georgia"/>
              </a:rPr>
              <a:t>Low-</a:t>
            </a:r>
            <a:r>
              <a:rPr dirty="0" sz="2000" spc="-145">
                <a:latin typeface="Georgia"/>
                <a:cs typeface="Georgia"/>
              </a:rPr>
              <a:t>Latency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Device-</a:t>
            </a:r>
            <a:r>
              <a:rPr dirty="0" sz="2000" spc="-135">
                <a:latin typeface="Georgia"/>
                <a:cs typeface="Georgia"/>
              </a:rPr>
              <a:t>to-</a:t>
            </a:r>
            <a:r>
              <a:rPr dirty="0" sz="2000" spc="-130">
                <a:latin typeface="Georgia"/>
                <a:cs typeface="Georgia"/>
              </a:rPr>
              <a:t>Host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Data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Channel </a:t>
            </a:r>
            <a:r>
              <a:rPr dirty="0" sz="2000" spc="-150">
                <a:latin typeface="Georgia"/>
                <a:cs typeface="Georgia"/>
              </a:rPr>
              <a:t>Custom</a:t>
            </a:r>
            <a:r>
              <a:rPr dirty="0" sz="2000" spc="-130">
                <a:latin typeface="Georgia"/>
                <a:cs typeface="Georgia"/>
              </a:rPr>
              <a:t> Gesture</a:t>
            </a:r>
            <a:r>
              <a:rPr dirty="0" sz="2000" spc="-125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Data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45">
                <a:latin typeface="Georgia"/>
                <a:cs typeface="Georgia"/>
              </a:rPr>
              <a:t>Packet</a:t>
            </a:r>
            <a:r>
              <a:rPr dirty="0" sz="2000" spc="-125">
                <a:latin typeface="Georgia"/>
                <a:cs typeface="Georgia"/>
              </a:rPr>
              <a:t> (GDP)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00">
                <a:latin typeface="Georgia"/>
                <a:cs typeface="Georgia"/>
              </a:rPr>
              <a:t>Protocol </a:t>
            </a:r>
            <a:r>
              <a:rPr dirty="0" sz="2000" spc="-145">
                <a:latin typeface="Georgia"/>
                <a:cs typeface="Georgia"/>
              </a:rPr>
              <a:t>Host-</a:t>
            </a:r>
            <a:r>
              <a:rPr dirty="0" sz="2000" spc="-120">
                <a:latin typeface="Georgia"/>
                <a:cs typeface="Georgia"/>
              </a:rPr>
              <a:t>Side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175">
                <a:latin typeface="Georgia"/>
                <a:cs typeface="Georgia"/>
              </a:rPr>
              <a:t>Command</a:t>
            </a:r>
            <a:r>
              <a:rPr dirty="0" sz="2000" spc="-90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Listener</a:t>
            </a:r>
            <a:r>
              <a:rPr dirty="0" sz="2000" spc="-95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(Python)</a:t>
            </a:r>
            <a:endParaRPr sz="2000">
              <a:latin typeface="Georgia"/>
              <a:cs typeface="Georgia"/>
            </a:endParaRPr>
          </a:p>
          <a:p>
            <a:pPr marL="285115" indent="-272415">
              <a:lnSpc>
                <a:spcPct val="100000"/>
              </a:lnSpc>
              <a:spcBef>
                <a:spcPts val="225"/>
              </a:spcBef>
              <a:buAutoNum type="arabicPeriod" startAt="4"/>
              <a:tabLst>
                <a:tab pos="285115" algn="l"/>
              </a:tabLst>
            </a:pPr>
            <a:r>
              <a:rPr dirty="0" sz="2000" spc="-175" b="1">
                <a:latin typeface="Georgia"/>
                <a:cs typeface="Georgia"/>
              </a:rPr>
              <a:t>Software</a:t>
            </a:r>
            <a:r>
              <a:rPr dirty="0" sz="2000" spc="-105" b="1">
                <a:latin typeface="Georgia"/>
                <a:cs typeface="Georgia"/>
              </a:rPr>
              <a:t> </a:t>
            </a:r>
            <a:r>
              <a:rPr dirty="0" sz="2000" spc="-180" b="1">
                <a:latin typeface="Georgia"/>
                <a:cs typeface="Georgia"/>
              </a:rPr>
              <a:t>Layer</a:t>
            </a:r>
            <a:r>
              <a:rPr dirty="0" sz="2000" spc="-105" b="1">
                <a:latin typeface="Georgia"/>
                <a:cs typeface="Georgia"/>
              </a:rPr>
              <a:t> </a:t>
            </a:r>
            <a:r>
              <a:rPr dirty="0" sz="2000" spc="-180" b="1">
                <a:latin typeface="Georgia"/>
                <a:cs typeface="Georgia"/>
              </a:rPr>
              <a:t>(Laptop</a:t>
            </a:r>
            <a:r>
              <a:rPr dirty="0" sz="2000" spc="-105" b="1">
                <a:latin typeface="Georgia"/>
                <a:cs typeface="Georgia"/>
              </a:rPr>
              <a:t> </a:t>
            </a:r>
            <a:r>
              <a:rPr dirty="0" sz="2000" spc="-55" b="1">
                <a:latin typeface="Georgia"/>
                <a:cs typeface="Georgia"/>
              </a:rPr>
              <a:t>/</a:t>
            </a:r>
            <a:r>
              <a:rPr dirty="0" sz="2000" spc="-105" b="1">
                <a:latin typeface="Georgia"/>
                <a:cs typeface="Georgia"/>
              </a:rPr>
              <a:t> </a:t>
            </a:r>
            <a:r>
              <a:rPr dirty="0" sz="2000" spc="-175" b="1">
                <a:latin typeface="Georgia"/>
                <a:cs typeface="Georgia"/>
              </a:rPr>
              <a:t>Application</a:t>
            </a:r>
            <a:r>
              <a:rPr dirty="0" sz="2000" spc="-100" b="1">
                <a:latin typeface="Georgia"/>
                <a:cs typeface="Georgia"/>
              </a:rPr>
              <a:t> </a:t>
            </a:r>
            <a:r>
              <a:rPr dirty="0" sz="2000" spc="-10" b="1">
                <a:latin typeface="Georgia"/>
                <a:cs typeface="Georgia"/>
              </a:rPr>
              <a:t>Side)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30">
                <a:latin typeface="Georgia"/>
                <a:cs typeface="Georgia"/>
              </a:rPr>
              <a:t>Language: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10">
                <a:latin typeface="Georgia"/>
                <a:cs typeface="Georgia"/>
              </a:rPr>
              <a:t>Python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2000" spc="-120">
                <a:latin typeface="Georgia"/>
                <a:cs typeface="Georgia"/>
              </a:rPr>
              <a:t>Core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Libraries:</a:t>
            </a:r>
            <a:endParaRPr sz="2000">
              <a:latin typeface="Georgia"/>
              <a:cs typeface="Georgia"/>
            </a:endParaRPr>
          </a:p>
          <a:p>
            <a:pPr marL="12700" marR="2696210">
              <a:lnSpc>
                <a:spcPct val="109400"/>
              </a:lnSpc>
            </a:pPr>
            <a:r>
              <a:rPr dirty="0" sz="2000" spc="-130">
                <a:latin typeface="Georgia"/>
                <a:cs typeface="Georgia"/>
              </a:rPr>
              <a:t>pyserial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 spc="-75">
                <a:latin typeface="Georgia"/>
                <a:cs typeface="Georgia"/>
              </a:rPr>
              <a:t>/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bleak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–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40">
                <a:latin typeface="Georgia"/>
                <a:cs typeface="Georgia"/>
              </a:rPr>
              <a:t>BLE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 spc="-145">
                <a:latin typeface="Georgia"/>
                <a:cs typeface="Georgia"/>
              </a:rPr>
              <a:t>communication </a:t>
            </a:r>
            <a:r>
              <a:rPr dirty="0" sz="2000" spc="-170">
                <a:latin typeface="Georgia"/>
                <a:cs typeface="Georgia"/>
              </a:rPr>
              <a:t>numpy</a:t>
            </a:r>
            <a:r>
              <a:rPr dirty="0" sz="2000" spc="-135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–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sensor </a:t>
            </a:r>
            <a:r>
              <a:rPr dirty="0" sz="2000" spc="-140">
                <a:latin typeface="Georgia"/>
                <a:cs typeface="Georgia"/>
              </a:rPr>
              <a:t>data</a:t>
            </a:r>
            <a:r>
              <a:rPr dirty="0" sz="2000" spc="-130">
                <a:latin typeface="Georgia"/>
                <a:cs typeface="Georgia"/>
              </a:rPr>
              <a:t> </a:t>
            </a:r>
            <a:r>
              <a:rPr dirty="0" sz="2000" spc="-10">
                <a:latin typeface="Georgia"/>
                <a:cs typeface="Georgia"/>
              </a:rPr>
              <a:t>handling</a:t>
            </a:r>
            <a:endParaRPr sz="2000">
              <a:latin typeface="Georgia"/>
              <a:cs typeface="Georgia"/>
            </a:endParaRPr>
          </a:p>
          <a:p>
            <a:pPr marL="12700" marR="1674495">
              <a:lnSpc>
                <a:spcPct val="109400"/>
              </a:lnSpc>
            </a:pPr>
            <a:r>
              <a:rPr dirty="0" sz="2000" spc="-135">
                <a:latin typeface="Georgia"/>
                <a:cs typeface="Georgia"/>
              </a:rPr>
              <a:t>scikit-learn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(optional)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–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gesture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classification</a:t>
            </a:r>
            <a:r>
              <a:rPr dirty="0" sz="2000" spc="-100">
                <a:latin typeface="Georgia"/>
                <a:cs typeface="Georgia"/>
              </a:rPr>
              <a:t> </a:t>
            </a:r>
            <a:r>
              <a:rPr dirty="0" sz="2000" spc="-25">
                <a:latin typeface="Georgia"/>
                <a:cs typeface="Georgia"/>
              </a:rPr>
              <a:t>ML </a:t>
            </a:r>
            <a:r>
              <a:rPr dirty="0" sz="2000" spc="-140">
                <a:latin typeface="Georgia"/>
                <a:cs typeface="Georgia"/>
              </a:rPr>
              <a:t>pyautogui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>
                <a:latin typeface="Georgia"/>
                <a:cs typeface="Georgia"/>
              </a:rPr>
              <a:t>–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30">
                <a:latin typeface="Georgia"/>
                <a:cs typeface="Georgia"/>
              </a:rPr>
              <a:t>laptop</a:t>
            </a:r>
            <a:r>
              <a:rPr dirty="0" sz="2000" spc="-120">
                <a:latin typeface="Georgia"/>
                <a:cs typeface="Georgia"/>
              </a:rPr>
              <a:t> </a:t>
            </a:r>
            <a:r>
              <a:rPr dirty="0" sz="2000" spc="-135">
                <a:latin typeface="Georgia"/>
                <a:cs typeface="Georgia"/>
              </a:rPr>
              <a:t>input</a:t>
            </a:r>
            <a:r>
              <a:rPr dirty="0" sz="2000" spc="-114">
                <a:latin typeface="Georgia"/>
                <a:cs typeface="Georgia"/>
              </a:rPr>
              <a:t> </a:t>
            </a:r>
            <a:r>
              <a:rPr dirty="0" sz="2000" spc="-45">
                <a:latin typeface="Georgia"/>
                <a:cs typeface="Georgia"/>
              </a:rPr>
              <a:t>automation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31300" y="1564471"/>
            <a:ext cx="7566025" cy="708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50845">
              <a:lnSpc>
                <a:spcPct val="106000"/>
              </a:lnSpc>
              <a:spcBef>
                <a:spcPts val="100"/>
              </a:spcBef>
            </a:pPr>
            <a:r>
              <a:rPr dirty="0" sz="2300" spc="-185">
                <a:latin typeface="Georgia"/>
                <a:cs typeface="Georgia"/>
              </a:rPr>
              <a:t>pynput</a:t>
            </a:r>
            <a:r>
              <a:rPr dirty="0" sz="2300" spc="-135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35">
                <a:latin typeface="Georgia"/>
                <a:cs typeface="Georgia"/>
              </a:rPr>
              <a:t> </a:t>
            </a:r>
            <a:r>
              <a:rPr dirty="0" sz="2300" spc="-195">
                <a:latin typeface="Georgia"/>
                <a:cs typeface="Georgia"/>
              </a:rPr>
              <a:t>mouse/keyboard</a:t>
            </a:r>
            <a:r>
              <a:rPr dirty="0" sz="2300" spc="-130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control </a:t>
            </a:r>
            <a:r>
              <a:rPr dirty="0" sz="2300" spc="-170">
                <a:latin typeface="Georgia"/>
                <a:cs typeface="Georgia"/>
              </a:rPr>
              <a:t>matplotlib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gesture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80">
                <a:latin typeface="Georgia"/>
                <a:cs typeface="Georgia"/>
              </a:rPr>
              <a:t>debugging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40">
                <a:latin typeface="Georgia"/>
                <a:cs typeface="Georgia"/>
              </a:rPr>
              <a:t>(optional) </a:t>
            </a:r>
            <a:r>
              <a:rPr dirty="0" sz="2300" spc="-45">
                <a:latin typeface="Georgia"/>
                <a:cs typeface="Georgia"/>
              </a:rPr>
              <a:t>Modules:</a:t>
            </a:r>
            <a:endParaRPr sz="2300">
              <a:latin typeface="Georgia"/>
              <a:cs typeface="Georgia"/>
            </a:endParaRPr>
          </a:p>
          <a:p>
            <a:pPr marL="12700" marR="3442335">
              <a:lnSpc>
                <a:spcPct val="106000"/>
              </a:lnSpc>
            </a:pPr>
            <a:r>
              <a:rPr dirty="0" sz="2300" spc="-185">
                <a:latin typeface="Georgia"/>
                <a:cs typeface="Georgia"/>
              </a:rPr>
              <a:t>Host-</a:t>
            </a:r>
            <a:r>
              <a:rPr dirty="0" sz="2300" spc="-150">
                <a:latin typeface="Georgia"/>
                <a:cs typeface="Georgia"/>
              </a:rPr>
              <a:t>Side</a:t>
            </a:r>
            <a:r>
              <a:rPr dirty="0" sz="2300" spc="-130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Gesture</a:t>
            </a:r>
            <a:r>
              <a:rPr dirty="0" sz="2300" spc="-12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Processing</a:t>
            </a:r>
            <a:r>
              <a:rPr dirty="0" sz="2300" spc="-130">
                <a:latin typeface="Georgia"/>
                <a:cs typeface="Georgia"/>
              </a:rPr>
              <a:t> </a:t>
            </a:r>
            <a:r>
              <a:rPr dirty="0" sz="2300" spc="-150">
                <a:latin typeface="Georgia"/>
                <a:cs typeface="Georgia"/>
              </a:rPr>
              <a:t>Engine </a:t>
            </a:r>
            <a:r>
              <a:rPr dirty="0" sz="2300" spc="-170">
                <a:latin typeface="Georgia"/>
                <a:cs typeface="Georgia"/>
              </a:rPr>
              <a:t>Gesture</a:t>
            </a:r>
            <a:r>
              <a:rPr dirty="0" sz="2300" spc="-140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Decoding</a:t>
            </a:r>
            <a:r>
              <a:rPr dirty="0" sz="2300" spc="-135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Module</a:t>
            </a:r>
            <a:endParaRPr sz="2300">
              <a:latin typeface="Georgia"/>
              <a:cs typeface="Georgia"/>
            </a:endParaRPr>
          </a:p>
          <a:p>
            <a:pPr marL="12700" marR="4279265">
              <a:lnSpc>
                <a:spcPct val="106000"/>
              </a:lnSpc>
            </a:pPr>
            <a:r>
              <a:rPr dirty="0" sz="2300" spc="-170">
                <a:latin typeface="Georgia"/>
                <a:cs typeface="Georgia"/>
              </a:rPr>
              <a:t>Action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85">
                <a:latin typeface="Georgia"/>
                <a:cs typeface="Georgia"/>
              </a:rPr>
              <a:t>Mapping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Layer</a:t>
            </a:r>
            <a:r>
              <a:rPr dirty="0" sz="2300" spc="-145">
                <a:latin typeface="Georgia"/>
                <a:cs typeface="Georgia"/>
              </a:rPr>
              <a:t> (AML) </a:t>
            </a:r>
            <a:r>
              <a:rPr dirty="0" sz="2300" spc="-165">
                <a:latin typeface="Georgia"/>
                <a:cs typeface="Georgia"/>
              </a:rPr>
              <a:t>Virtual</a:t>
            </a:r>
            <a:r>
              <a:rPr dirty="0" sz="2300" spc="-145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Input</a:t>
            </a:r>
            <a:r>
              <a:rPr dirty="0" sz="2300" spc="-140">
                <a:latin typeface="Georgia"/>
                <a:cs typeface="Georgia"/>
              </a:rPr>
              <a:t> </a:t>
            </a:r>
            <a:r>
              <a:rPr dirty="0" sz="2300" spc="-55">
                <a:latin typeface="Georgia"/>
                <a:cs typeface="Georgia"/>
              </a:rPr>
              <a:t>Controller </a:t>
            </a:r>
            <a:r>
              <a:rPr dirty="0" sz="2300" spc="-40">
                <a:latin typeface="Georgia"/>
                <a:cs typeface="Georgia"/>
              </a:rPr>
              <a:t>Purpose:</a:t>
            </a:r>
            <a:endParaRPr sz="2300">
              <a:latin typeface="Georgia"/>
              <a:cs typeface="Georgia"/>
            </a:endParaRPr>
          </a:p>
          <a:p>
            <a:pPr marL="67945">
              <a:lnSpc>
                <a:spcPct val="100000"/>
              </a:lnSpc>
              <a:spcBef>
                <a:spcPts val="160"/>
              </a:spcBef>
            </a:pPr>
            <a:r>
              <a:rPr dirty="0" sz="2300" spc="-165">
                <a:latin typeface="Georgia"/>
                <a:cs typeface="Georgia"/>
              </a:rPr>
              <a:t>Receives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BLE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80">
                <a:latin typeface="Georgia"/>
                <a:cs typeface="Georgia"/>
              </a:rPr>
              <a:t>packets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1050" spc="1310">
                <a:latin typeface="Lucida Sans Unicode"/>
                <a:cs typeface="Lucida Sans Unicode"/>
              </a:rPr>
              <a:t>→</a:t>
            </a:r>
            <a:r>
              <a:rPr dirty="0" sz="1050" spc="75">
                <a:latin typeface="Lucida Sans Unicode"/>
                <a:cs typeface="Lucida Sans Unicode"/>
              </a:rPr>
              <a:t> </a:t>
            </a:r>
            <a:r>
              <a:rPr dirty="0" sz="2300" spc="-180">
                <a:latin typeface="Georgia"/>
                <a:cs typeface="Georgia"/>
              </a:rPr>
              <a:t>decodes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gesture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1050" spc="1310">
                <a:latin typeface="Lucida Sans Unicode"/>
                <a:cs typeface="Lucida Sans Unicode"/>
              </a:rPr>
              <a:t>→</a:t>
            </a:r>
            <a:r>
              <a:rPr dirty="0" sz="1050" spc="75">
                <a:latin typeface="Lucida Sans Unicode"/>
                <a:cs typeface="Lucida Sans Unicode"/>
              </a:rPr>
              <a:t> </a:t>
            </a:r>
            <a:r>
              <a:rPr dirty="0" sz="2300" spc="-180">
                <a:latin typeface="Georgia"/>
                <a:cs typeface="Georgia"/>
              </a:rPr>
              <a:t>executes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65">
                <a:latin typeface="Georgia"/>
                <a:cs typeface="Georgia"/>
              </a:rPr>
              <a:t>laptop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10">
                <a:latin typeface="Georgia"/>
                <a:cs typeface="Georgia"/>
              </a:rPr>
              <a:t>actions.</a:t>
            </a:r>
            <a:endParaRPr sz="2300">
              <a:latin typeface="Georgia"/>
              <a:cs typeface="Georgia"/>
            </a:endParaRPr>
          </a:p>
          <a:p>
            <a:pPr marL="285750" indent="-273050">
              <a:lnSpc>
                <a:spcPct val="100000"/>
              </a:lnSpc>
              <a:spcBef>
                <a:spcPts val="165"/>
              </a:spcBef>
              <a:buFont typeface="Georgia"/>
              <a:buAutoNum type="arabicPeriod" startAt="5"/>
              <a:tabLst>
                <a:tab pos="285750" algn="l"/>
              </a:tabLst>
            </a:pPr>
            <a:r>
              <a:rPr dirty="0" sz="2300" spc="-245" b="1">
                <a:latin typeface="Georgia"/>
                <a:cs typeface="Georgia"/>
              </a:rPr>
              <a:t>System</a:t>
            </a:r>
            <a:r>
              <a:rPr dirty="0" sz="2300" spc="-125" b="1">
                <a:latin typeface="Georgia"/>
                <a:cs typeface="Georgia"/>
              </a:rPr>
              <a:t> </a:t>
            </a:r>
            <a:r>
              <a:rPr dirty="0" sz="2300" spc="-215" b="1">
                <a:latin typeface="Georgia"/>
                <a:cs typeface="Georgia"/>
              </a:rPr>
              <a:t>Integration</a:t>
            </a:r>
            <a:r>
              <a:rPr dirty="0" sz="2300" spc="-120" b="1">
                <a:latin typeface="Georgia"/>
                <a:cs typeface="Georgia"/>
              </a:rPr>
              <a:t> </a:t>
            </a:r>
            <a:r>
              <a:rPr dirty="0" sz="2300" spc="-10" b="1">
                <a:latin typeface="Georgia"/>
                <a:cs typeface="Georgia"/>
              </a:rPr>
              <a:t>Layer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2300" spc="-180">
                <a:latin typeface="Georgia"/>
                <a:cs typeface="Georgia"/>
              </a:rPr>
              <a:t>Motion-</a:t>
            </a:r>
            <a:r>
              <a:rPr dirty="0" sz="2300" spc="-185">
                <a:latin typeface="Georgia"/>
                <a:cs typeface="Georgia"/>
              </a:rPr>
              <a:t>to-</a:t>
            </a:r>
            <a:r>
              <a:rPr dirty="0" sz="2300" spc="-170">
                <a:latin typeface="Georgia"/>
                <a:cs typeface="Georgia"/>
              </a:rPr>
              <a:t>Action</a:t>
            </a:r>
            <a:r>
              <a:rPr dirty="0" sz="2300" spc="-100">
                <a:latin typeface="Georgia"/>
                <a:cs typeface="Georgia"/>
              </a:rPr>
              <a:t> </a:t>
            </a:r>
            <a:r>
              <a:rPr dirty="0" sz="2300" spc="-160">
                <a:latin typeface="Georgia"/>
                <a:cs typeface="Georgia"/>
              </a:rPr>
              <a:t>Pipeline</a:t>
            </a:r>
            <a:r>
              <a:rPr dirty="0" sz="2300" spc="-100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(MAP)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2300" spc="-175">
                <a:latin typeface="Georgia"/>
                <a:cs typeface="Georgia"/>
              </a:rPr>
              <a:t>Laptop</a:t>
            </a:r>
            <a:r>
              <a:rPr dirty="0" sz="2300" spc="-140">
                <a:latin typeface="Georgia"/>
                <a:cs typeface="Georgia"/>
              </a:rPr>
              <a:t> </a:t>
            </a:r>
            <a:r>
              <a:rPr dirty="0" sz="2300" spc="-160">
                <a:latin typeface="Georgia"/>
                <a:cs typeface="Georgia"/>
              </a:rPr>
              <a:t>Control</a:t>
            </a:r>
            <a:r>
              <a:rPr dirty="0" sz="2300" spc="-135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Abstraction</a:t>
            </a:r>
            <a:r>
              <a:rPr dirty="0" sz="2300" spc="-140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Layer</a:t>
            </a:r>
            <a:r>
              <a:rPr dirty="0" sz="2300" spc="-135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(LCAL)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2300" spc="-175">
                <a:latin typeface="Georgia"/>
                <a:cs typeface="Georgia"/>
              </a:rPr>
              <a:t>Real-</a:t>
            </a:r>
            <a:r>
              <a:rPr dirty="0" sz="2300" spc="-180">
                <a:latin typeface="Georgia"/>
                <a:cs typeface="Georgia"/>
              </a:rPr>
              <a:t>time</a:t>
            </a:r>
            <a:r>
              <a:rPr dirty="0" sz="2300" spc="-120">
                <a:latin typeface="Georgia"/>
                <a:cs typeface="Georgia"/>
              </a:rPr>
              <a:t> </a:t>
            </a:r>
            <a:r>
              <a:rPr dirty="0" sz="2300" spc="-229">
                <a:latin typeface="Georgia"/>
                <a:cs typeface="Georgia"/>
              </a:rPr>
              <a:t>Human-</a:t>
            </a:r>
            <a:r>
              <a:rPr dirty="0" sz="2300" spc="-190">
                <a:latin typeface="Georgia"/>
                <a:cs typeface="Georgia"/>
              </a:rPr>
              <a:t>Computer</a:t>
            </a:r>
            <a:r>
              <a:rPr dirty="0" sz="2300" spc="-120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Interaction</a:t>
            </a:r>
            <a:r>
              <a:rPr dirty="0" sz="2300" spc="-120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Layer</a:t>
            </a:r>
            <a:r>
              <a:rPr dirty="0" sz="2300" spc="-120">
                <a:latin typeface="Georgia"/>
                <a:cs typeface="Georgia"/>
              </a:rPr>
              <a:t> </a:t>
            </a:r>
            <a:r>
              <a:rPr dirty="0" sz="2300" spc="-155">
                <a:latin typeface="Georgia"/>
                <a:cs typeface="Georgia"/>
              </a:rPr>
              <a:t>(HCI</a:t>
            </a:r>
            <a:r>
              <a:rPr dirty="0" sz="2300" spc="-120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Layer)</a:t>
            </a:r>
            <a:endParaRPr sz="2300">
              <a:latin typeface="Georgia"/>
              <a:cs typeface="Georgia"/>
            </a:endParaRPr>
          </a:p>
          <a:p>
            <a:pPr marL="320675" indent="-307975">
              <a:lnSpc>
                <a:spcPct val="100000"/>
              </a:lnSpc>
              <a:spcBef>
                <a:spcPts val="165"/>
              </a:spcBef>
              <a:buAutoNum type="arabicPeriod" startAt="6"/>
              <a:tabLst>
                <a:tab pos="320675" algn="l"/>
              </a:tabLst>
            </a:pPr>
            <a:r>
              <a:rPr dirty="0" sz="2300" spc="-225" b="1">
                <a:latin typeface="Georgia"/>
                <a:cs typeface="Georgia"/>
              </a:rPr>
              <a:t>Tools</a:t>
            </a:r>
            <a:r>
              <a:rPr dirty="0" sz="2300" spc="-155" b="1">
                <a:latin typeface="Georgia"/>
                <a:cs typeface="Georgia"/>
              </a:rPr>
              <a:t> </a:t>
            </a:r>
            <a:r>
              <a:rPr dirty="0" sz="2300" spc="-210" b="1">
                <a:latin typeface="Georgia"/>
                <a:cs typeface="Georgia"/>
              </a:rPr>
              <a:t>&amp;</a:t>
            </a:r>
            <a:r>
              <a:rPr dirty="0" sz="2300" spc="-155" b="1">
                <a:latin typeface="Georgia"/>
                <a:cs typeface="Georgia"/>
              </a:rPr>
              <a:t> </a:t>
            </a:r>
            <a:r>
              <a:rPr dirty="0" sz="2300" spc="-114" b="1">
                <a:latin typeface="Georgia"/>
                <a:cs typeface="Georgia"/>
              </a:rPr>
              <a:t>Platforms</a:t>
            </a:r>
            <a:endParaRPr sz="2300">
              <a:latin typeface="Georgia"/>
              <a:cs typeface="Georgia"/>
            </a:endParaRPr>
          </a:p>
          <a:p>
            <a:pPr marL="12700" marR="1997710">
              <a:lnSpc>
                <a:spcPct val="106000"/>
              </a:lnSpc>
            </a:pPr>
            <a:r>
              <a:rPr dirty="0" sz="2300" spc="-180">
                <a:latin typeface="Georgia"/>
                <a:cs typeface="Georgia"/>
              </a:rPr>
              <a:t>Arduino</a:t>
            </a:r>
            <a:r>
              <a:rPr dirty="0" sz="2300" spc="-160">
                <a:latin typeface="Georgia"/>
                <a:cs typeface="Georgia"/>
              </a:rPr>
              <a:t> </a:t>
            </a:r>
            <a:r>
              <a:rPr dirty="0" sz="2300" spc="-150">
                <a:latin typeface="Georgia"/>
                <a:cs typeface="Georgia"/>
              </a:rPr>
              <a:t>IDE</a:t>
            </a:r>
            <a:r>
              <a:rPr dirty="0" sz="2300" spc="-160">
                <a:latin typeface="Georgia"/>
                <a:cs typeface="Georgia"/>
              </a:rPr>
              <a:t> </a:t>
            </a:r>
            <a:r>
              <a:rPr dirty="0" sz="2300" spc="-105">
                <a:latin typeface="Georgia"/>
                <a:cs typeface="Georgia"/>
              </a:rPr>
              <a:t>/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PlatformIO</a:t>
            </a:r>
            <a:r>
              <a:rPr dirty="0" sz="2300" spc="-160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60">
                <a:latin typeface="Georgia"/>
                <a:cs typeface="Georgia"/>
              </a:rPr>
              <a:t> ESP32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programming </a:t>
            </a:r>
            <a:r>
              <a:rPr dirty="0" sz="2300" spc="-160">
                <a:latin typeface="Georgia"/>
                <a:cs typeface="Georgia"/>
              </a:rPr>
              <a:t>VS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Code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0">
                <a:latin typeface="Georgia"/>
                <a:cs typeface="Georgia"/>
              </a:rPr>
              <a:t>Application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85">
                <a:latin typeface="Georgia"/>
                <a:cs typeface="Georgia"/>
              </a:rPr>
              <a:t>development</a:t>
            </a:r>
            <a:endParaRPr sz="2300">
              <a:latin typeface="Georgia"/>
              <a:cs typeface="Georgia"/>
            </a:endParaRPr>
          </a:p>
          <a:p>
            <a:pPr marL="12700" marR="2042795">
              <a:lnSpc>
                <a:spcPct val="106000"/>
              </a:lnSpc>
            </a:pPr>
            <a:r>
              <a:rPr dirty="0" sz="2300" spc="-170">
                <a:latin typeface="Georgia"/>
                <a:cs typeface="Georgia"/>
              </a:rPr>
              <a:t>Jupyter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75">
                <a:latin typeface="Georgia"/>
                <a:cs typeface="Georgia"/>
              </a:rPr>
              <a:t>Notebook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60">
                <a:latin typeface="Georgia"/>
                <a:cs typeface="Georgia"/>
              </a:rPr>
              <a:t>(optional)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80">
                <a:latin typeface="Georgia"/>
                <a:cs typeface="Georgia"/>
              </a:rPr>
              <a:t>ML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90">
                <a:latin typeface="Georgia"/>
                <a:cs typeface="Georgia"/>
              </a:rPr>
              <a:t>model</a:t>
            </a:r>
            <a:r>
              <a:rPr dirty="0" sz="2300" spc="-155">
                <a:latin typeface="Georgia"/>
                <a:cs typeface="Georgia"/>
              </a:rPr>
              <a:t> </a:t>
            </a:r>
            <a:r>
              <a:rPr dirty="0" sz="2300" spc="-130">
                <a:latin typeface="Georgia"/>
                <a:cs typeface="Georgia"/>
              </a:rPr>
              <a:t>training </a:t>
            </a:r>
            <a:r>
              <a:rPr dirty="0" sz="2300" spc="-165">
                <a:latin typeface="Georgia"/>
                <a:cs typeface="Georgia"/>
              </a:rPr>
              <a:t>Git/GitHub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65">
                <a:latin typeface="Georgia"/>
                <a:cs typeface="Georgia"/>
              </a:rPr>
              <a:t>version</a:t>
            </a:r>
            <a:r>
              <a:rPr dirty="0" sz="2300" spc="-150">
                <a:latin typeface="Georgia"/>
                <a:cs typeface="Georgia"/>
              </a:rPr>
              <a:t> </a:t>
            </a:r>
            <a:r>
              <a:rPr dirty="0" sz="2300" spc="-10">
                <a:latin typeface="Georgia"/>
                <a:cs typeface="Georgia"/>
              </a:rPr>
              <a:t>control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2300" spc="-195">
                <a:latin typeface="Georgia"/>
                <a:cs typeface="Georgia"/>
              </a:rPr>
              <a:t>Figma</a:t>
            </a:r>
            <a:r>
              <a:rPr dirty="0" sz="2300" spc="-175">
                <a:latin typeface="Georgia"/>
                <a:cs typeface="Georgia"/>
              </a:rPr>
              <a:t> </a:t>
            </a:r>
            <a:r>
              <a:rPr dirty="0" sz="2300" spc="-105">
                <a:latin typeface="Georgia"/>
                <a:cs typeface="Georgia"/>
              </a:rPr>
              <a:t>/</a:t>
            </a:r>
            <a:r>
              <a:rPr dirty="0" sz="2300" spc="-170">
                <a:latin typeface="Georgia"/>
                <a:cs typeface="Georgia"/>
              </a:rPr>
              <a:t> </a:t>
            </a:r>
            <a:r>
              <a:rPr dirty="0" sz="2300" spc="-185">
                <a:latin typeface="Georgia"/>
                <a:cs typeface="Georgia"/>
              </a:rPr>
              <a:t>Canva</a:t>
            </a:r>
            <a:r>
              <a:rPr dirty="0" sz="2300" spc="-170">
                <a:latin typeface="Georgia"/>
                <a:cs typeface="Georgia"/>
              </a:rPr>
              <a:t> </a:t>
            </a:r>
            <a:r>
              <a:rPr dirty="0" sz="2300">
                <a:latin typeface="Georgia"/>
                <a:cs typeface="Georgia"/>
              </a:rPr>
              <a:t>–</a:t>
            </a:r>
            <a:r>
              <a:rPr dirty="0" sz="2300" spc="-170">
                <a:latin typeface="Georgia"/>
                <a:cs typeface="Georgia"/>
              </a:rPr>
              <a:t> </a:t>
            </a:r>
            <a:r>
              <a:rPr dirty="0" sz="2300" spc="-140">
                <a:latin typeface="Georgia"/>
                <a:cs typeface="Georgia"/>
              </a:rPr>
              <a:t>UI</a:t>
            </a:r>
            <a:r>
              <a:rPr dirty="0" sz="2300" spc="-170">
                <a:latin typeface="Georgia"/>
                <a:cs typeface="Georgia"/>
              </a:rPr>
              <a:t> </a:t>
            </a:r>
            <a:r>
              <a:rPr dirty="0" sz="2300" spc="-140">
                <a:latin typeface="Georgia"/>
                <a:cs typeface="Georgia"/>
              </a:rPr>
              <a:t>&amp;</a:t>
            </a:r>
            <a:r>
              <a:rPr dirty="0" sz="2300" spc="-170">
                <a:latin typeface="Georgia"/>
                <a:cs typeface="Georgia"/>
              </a:rPr>
              <a:t> </a:t>
            </a:r>
            <a:r>
              <a:rPr dirty="0" sz="2300" spc="-55">
                <a:latin typeface="Georgia"/>
                <a:cs typeface="Georgia"/>
              </a:rPr>
              <a:t>diagrams</a:t>
            </a:r>
            <a:endParaRPr sz="23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pc="-515"/>
              <a:t>Societal</a:t>
            </a:r>
            <a:r>
              <a:rPr dirty="0" spc="-615"/>
              <a:t> </a:t>
            </a:r>
            <a:r>
              <a:rPr dirty="0" spc="-630"/>
              <a:t>Impact </a:t>
            </a:r>
            <a:r>
              <a:rPr dirty="0" spc="-625"/>
              <a:t>and</a:t>
            </a:r>
            <a:r>
              <a:rPr dirty="0" spc="-645"/>
              <a:t> </a:t>
            </a:r>
            <a:r>
              <a:rPr dirty="0" spc="-580"/>
              <a:t>Applications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0"/>
            <a:ext cx="9296399" cy="1027687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46438" y="3676675"/>
            <a:ext cx="5729605" cy="632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-10">
                <a:latin typeface="Trebuchet MS"/>
                <a:cs typeface="Trebuchet MS"/>
              </a:rPr>
              <a:t>Assistive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-55">
                <a:latin typeface="Trebuchet MS"/>
                <a:cs typeface="Trebuchet MS"/>
              </a:rPr>
              <a:t>technology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140">
                <a:latin typeface="Trebuchet MS"/>
                <a:cs typeface="Trebuchet MS"/>
              </a:rPr>
              <a:t>for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65">
                <a:latin typeface="Trebuchet MS"/>
                <a:cs typeface="Trebuchet MS"/>
              </a:rPr>
              <a:t>physically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45">
                <a:latin typeface="Trebuchet MS"/>
                <a:cs typeface="Trebuchet MS"/>
              </a:rPr>
              <a:t>challenged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users</a:t>
            </a:r>
            <a:endParaRPr sz="2050">
              <a:latin typeface="Trebuchet MS"/>
              <a:cs typeface="Trebuchet MS"/>
            </a:endParaRPr>
          </a:p>
          <a:p>
            <a:pPr marL="12700" marR="736600">
              <a:lnSpc>
                <a:spcPct val="211900"/>
              </a:lnSpc>
            </a:pPr>
            <a:r>
              <a:rPr dirty="0" sz="2050" spc="-25">
                <a:latin typeface="Trebuchet MS"/>
                <a:cs typeface="Trebuchet MS"/>
              </a:rPr>
              <a:t>Touchless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-100">
                <a:latin typeface="Trebuchet MS"/>
                <a:cs typeface="Trebuchet MS"/>
              </a:rPr>
              <a:t>control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-95">
                <a:latin typeface="Trebuchet MS"/>
                <a:cs typeface="Trebuchet MS"/>
              </a:rPr>
              <a:t>in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-80">
                <a:latin typeface="Trebuchet MS"/>
                <a:cs typeface="Trebuchet MS"/>
              </a:rPr>
              <a:t>healthcare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40">
                <a:latin typeface="Trebuchet MS"/>
                <a:cs typeface="Trebuchet MS"/>
              </a:rPr>
              <a:t>environments </a:t>
            </a:r>
            <a:r>
              <a:rPr dirty="0" sz="2050" spc="-25">
                <a:latin typeface="Trebuchet MS"/>
                <a:cs typeface="Trebuchet MS"/>
              </a:rPr>
              <a:t>Smart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classrooms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125">
                <a:latin typeface="Trebuchet MS"/>
                <a:cs typeface="Trebuchet MS"/>
              </a:rPr>
              <a:t>&amp;</a:t>
            </a:r>
            <a:r>
              <a:rPr dirty="0" sz="2050" spc="-12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presentations</a:t>
            </a:r>
            <a:endParaRPr sz="2050">
              <a:latin typeface="Trebuchet MS"/>
              <a:cs typeface="Trebuchet MS"/>
            </a:endParaRPr>
          </a:p>
          <a:p>
            <a:pPr marL="12700" marR="2184400">
              <a:lnSpc>
                <a:spcPct val="211900"/>
              </a:lnSpc>
            </a:pPr>
            <a:r>
              <a:rPr dirty="0" sz="2050" spc="-105">
                <a:latin typeface="Trebuchet MS"/>
                <a:cs typeface="Trebuchet MS"/>
              </a:rPr>
              <a:t>Virtual </a:t>
            </a:r>
            <a:r>
              <a:rPr dirty="0" sz="2050" spc="-70">
                <a:latin typeface="Trebuchet MS"/>
                <a:cs typeface="Trebuchet MS"/>
              </a:rPr>
              <a:t>Reality</a:t>
            </a:r>
            <a:r>
              <a:rPr dirty="0" sz="2050" spc="-105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(VR)</a:t>
            </a:r>
            <a:r>
              <a:rPr dirty="0" sz="2050" spc="-10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and</a:t>
            </a:r>
            <a:r>
              <a:rPr dirty="0" sz="2050" spc="-10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Gaming </a:t>
            </a:r>
            <a:r>
              <a:rPr dirty="0" sz="2050" spc="-85">
                <a:latin typeface="Trebuchet MS"/>
                <a:cs typeface="Trebuchet MS"/>
              </a:rPr>
              <a:t>Industrial</a:t>
            </a:r>
            <a:r>
              <a:rPr dirty="0" sz="2050" spc="-130">
                <a:latin typeface="Trebuchet MS"/>
                <a:cs typeface="Trebuchet MS"/>
              </a:rPr>
              <a:t> </a:t>
            </a:r>
            <a:r>
              <a:rPr dirty="0" sz="2050" spc="-85">
                <a:latin typeface="Trebuchet MS"/>
                <a:cs typeface="Trebuchet MS"/>
              </a:rPr>
              <a:t>automation</a:t>
            </a:r>
            <a:r>
              <a:rPr dirty="0" sz="2050" spc="-12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control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50" spc="-200">
                <a:latin typeface="Arial Black"/>
                <a:cs typeface="Arial Black"/>
              </a:rPr>
              <a:t>Benefits</a:t>
            </a:r>
            <a:r>
              <a:rPr dirty="0" sz="2050" spc="-150">
                <a:latin typeface="Arial Black"/>
                <a:cs typeface="Arial Black"/>
              </a:rPr>
              <a:t> </a:t>
            </a:r>
            <a:r>
              <a:rPr dirty="0" sz="2050" spc="-195">
                <a:latin typeface="Arial Black"/>
                <a:cs typeface="Arial Black"/>
              </a:rPr>
              <a:t>to</a:t>
            </a:r>
            <a:r>
              <a:rPr dirty="0" sz="2050" spc="-155">
                <a:latin typeface="Arial Black"/>
                <a:cs typeface="Arial Black"/>
              </a:rPr>
              <a:t> </a:t>
            </a:r>
            <a:r>
              <a:rPr dirty="0" sz="2050" spc="-45">
                <a:latin typeface="Arial Black"/>
                <a:cs typeface="Arial Black"/>
              </a:rPr>
              <a:t>Society</a:t>
            </a:r>
            <a:endParaRPr sz="20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750"/>
              </a:spcBef>
            </a:pPr>
            <a:r>
              <a:rPr dirty="0" sz="2050" spc="-40">
                <a:latin typeface="Trebuchet MS"/>
                <a:cs typeface="Trebuchet MS"/>
              </a:rPr>
              <a:t>Improves</a:t>
            </a:r>
            <a:r>
              <a:rPr dirty="0" sz="2050" spc="-114">
                <a:latin typeface="Trebuchet MS"/>
                <a:cs typeface="Trebuchet MS"/>
              </a:rPr>
              <a:t> </a:t>
            </a:r>
            <a:r>
              <a:rPr dirty="0" sz="2050" spc="-110">
                <a:latin typeface="Trebuchet MS"/>
                <a:cs typeface="Trebuchet MS"/>
              </a:rPr>
              <a:t>digital</a:t>
            </a:r>
            <a:r>
              <a:rPr dirty="0" sz="2050" spc="-114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accessibility</a:t>
            </a:r>
            <a:endParaRPr sz="2050">
              <a:latin typeface="Trebuchet MS"/>
              <a:cs typeface="Trebuchet MS"/>
            </a:endParaRPr>
          </a:p>
          <a:p>
            <a:pPr marL="12700" marR="1047750">
              <a:lnSpc>
                <a:spcPct val="211900"/>
              </a:lnSpc>
            </a:pPr>
            <a:r>
              <a:rPr dirty="0" sz="2050" spc="45">
                <a:latin typeface="Trebuchet MS"/>
                <a:cs typeface="Trebuchet MS"/>
              </a:rPr>
              <a:t>Reduces</a:t>
            </a:r>
            <a:r>
              <a:rPr dirty="0" sz="2050" spc="-140">
                <a:latin typeface="Trebuchet MS"/>
                <a:cs typeface="Trebuchet MS"/>
              </a:rPr>
              <a:t> </a:t>
            </a:r>
            <a:r>
              <a:rPr dirty="0" sz="2050" spc="-25">
                <a:latin typeface="Trebuchet MS"/>
                <a:cs typeface="Trebuchet MS"/>
              </a:rPr>
              <a:t>dependency</a:t>
            </a:r>
            <a:r>
              <a:rPr dirty="0" sz="2050" spc="-140">
                <a:latin typeface="Trebuchet MS"/>
                <a:cs typeface="Trebuchet MS"/>
              </a:rPr>
              <a:t> </a:t>
            </a:r>
            <a:r>
              <a:rPr dirty="0" sz="2050">
                <a:latin typeface="Trebuchet MS"/>
                <a:cs typeface="Trebuchet MS"/>
              </a:rPr>
              <a:t>on</a:t>
            </a:r>
            <a:r>
              <a:rPr dirty="0" sz="2050" spc="-135">
                <a:latin typeface="Trebuchet MS"/>
                <a:cs typeface="Trebuchet MS"/>
              </a:rPr>
              <a:t> </a:t>
            </a:r>
            <a:r>
              <a:rPr dirty="0" sz="2050" spc="-50">
                <a:latin typeface="Trebuchet MS"/>
                <a:cs typeface="Trebuchet MS"/>
              </a:rPr>
              <a:t>physical</a:t>
            </a:r>
            <a:r>
              <a:rPr dirty="0" sz="2050" spc="-14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devices </a:t>
            </a:r>
            <a:r>
              <a:rPr dirty="0" sz="2050" spc="-30">
                <a:latin typeface="Trebuchet MS"/>
                <a:cs typeface="Trebuchet MS"/>
              </a:rPr>
              <a:t>Promotes</a:t>
            </a:r>
            <a:r>
              <a:rPr dirty="0" sz="2050" spc="-105">
                <a:latin typeface="Trebuchet MS"/>
                <a:cs typeface="Trebuchet MS"/>
              </a:rPr>
              <a:t> </a:t>
            </a:r>
            <a:r>
              <a:rPr dirty="0" sz="2050" spc="-65">
                <a:latin typeface="Trebuchet MS"/>
                <a:cs typeface="Trebuchet MS"/>
              </a:rPr>
              <a:t>inclusive</a:t>
            </a:r>
            <a:r>
              <a:rPr dirty="0" sz="2050" spc="-100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technology</a:t>
            </a:r>
            <a:endParaRPr sz="2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0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50">
                <a:latin typeface="Trebuchet MS"/>
                <a:cs typeface="Trebuchet MS"/>
              </a:rPr>
              <a:t>Enhances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-110">
                <a:latin typeface="Trebuchet MS"/>
                <a:cs typeface="Trebuchet MS"/>
              </a:rPr>
              <a:t>productivity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and</a:t>
            </a:r>
            <a:r>
              <a:rPr dirty="0" sz="2050" spc="-45">
                <a:latin typeface="Trebuchet MS"/>
                <a:cs typeface="Trebuchet MS"/>
              </a:rPr>
              <a:t> </a:t>
            </a:r>
            <a:r>
              <a:rPr dirty="0" sz="2050" spc="-10">
                <a:latin typeface="Trebuchet MS"/>
                <a:cs typeface="Trebuchet MS"/>
              </a:rPr>
              <a:t>comfort</a:t>
            </a:r>
            <a:endParaRPr sz="20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3720137"/>
            <a:ext cx="95250" cy="952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87223" y="3475656"/>
            <a:ext cx="5838190" cy="5283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500" spc="-120">
                <a:solidFill>
                  <a:srgbClr val="212121"/>
                </a:solidFill>
                <a:latin typeface="Trebuchet MS"/>
                <a:cs typeface="Trebuchet MS"/>
              </a:rPr>
              <a:t>Interaction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through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5">
                <a:solidFill>
                  <a:srgbClr val="212121"/>
                </a:solidFill>
                <a:latin typeface="Trebuchet MS"/>
                <a:cs typeface="Trebuchet MS"/>
              </a:rPr>
              <a:t>wearable</a:t>
            </a:r>
            <a:r>
              <a:rPr dirty="0" sz="2500" spc="-1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devices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90">
                <a:solidFill>
                  <a:srgbClr val="212121"/>
                </a:solidFill>
                <a:latin typeface="Trebuchet MS"/>
                <a:cs typeface="Trebuchet MS"/>
              </a:rPr>
              <a:t>rather than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95">
                <a:solidFill>
                  <a:srgbClr val="212121"/>
                </a:solidFill>
                <a:latin typeface="Trebuchet MS"/>
                <a:cs typeface="Trebuchet MS"/>
              </a:rPr>
              <a:t>relying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on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65">
                <a:solidFill>
                  <a:srgbClr val="212121"/>
                </a:solidFill>
                <a:latin typeface="Trebuchet MS"/>
                <a:cs typeface="Trebuchet MS"/>
              </a:rPr>
              <a:t>camera-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based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systems</a:t>
            </a:r>
            <a:endParaRPr sz="2500">
              <a:latin typeface="Trebuchet MS"/>
              <a:cs typeface="Trebuchet MS"/>
            </a:endParaRPr>
          </a:p>
          <a:p>
            <a:pPr marL="12700" marR="1043305">
              <a:lnSpc>
                <a:spcPct val="114999"/>
              </a:lnSpc>
            </a:pPr>
            <a:r>
              <a:rPr dirty="0" sz="2500" spc="19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0">
                <a:solidFill>
                  <a:srgbClr val="212121"/>
                </a:solidFill>
                <a:latin typeface="Trebuchet MS"/>
                <a:cs typeface="Trebuchet MS"/>
              </a:rPr>
              <a:t>portable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and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0">
                <a:solidFill>
                  <a:srgbClr val="212121"/>
                </a:solidFill>
                <a:latin typeface="Trebuchet MS"/>
                <a:cs typeface="Trebuchet MS"/>
              </a:rPr>
              <a:t>user-</a:t>
            </a:r>
            <a:r>
              <a:rPr dirty="0" sz="2500" spc="-70">
                <a:solidFill>
                  <a:srgbClr val="212121"/>
                </a:solidFill>
                <a:latin typeface="Trebuchet MS"/>
                <a:cs typeface="Trebuchet MS"/>
              </a:rPr>
              <a:t>specific</a:t>
            </a:r>
            <a:r>
              <a:rPr dirty="0" sz="2500" spc="-18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80">
                <a:solidFill>
                  <a:srgbClr val="212121"/>
                </a:solidFill>
                <a:latin typeface="Trebuchet MS"/>
                <a:cs typeface="Trebuchet MS"/>
              </a:rPr>
              <a:t>control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mechanism</a:t>
            </a:r>
            <a:endParaRPr sz="2500">
              <a:latin typeface="Trebuchet MS"/>
              <a:cs typeface="Trebuchet MS"/>
            </a:endParaRPr>
          </a:p>
          <a:p>
            <a:pPr marL="12700" marR="57150">
              <a:lnSpc>
                <a:spcPct val="114999"/>
              </a:lnSpc>
            </a:pPr>
            <a:r>
              <a:rPr dirty="0" sz="2500" spc="190">
                <a:solidFill>
                  <a:srgbClr val="212121"/>
                </a:solidFill>
                <a:latin typeface="Trebuchet MS"/>
                <a:cs typeface="Trebuchet MS"/>
              </a:rPr>
              <a:t>A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5">
                <a:solidFill>
                  <a:srgbClr val="212121"/>
                </a:solidFill>
                <a:latin typeface="Trebuchet MS"/>
                <a:cs typeface="Trebuchet MS"/>
              </a:rPr>
              <a:t>low-</a:t>
            </a:r>
            <a:r>
              <a:rPr dirty="0" sz="2500" spc="-135">
                <a:solidFill>
                  <a:srgbClr val="212121"/>
                </a:solidFill>
                <a:latin typeface="Trebuchet MS"/>
                <a:cs typeface="Trebuchet MS"/>
              </a:rPr>
              <a:t>power,</a:t>
            </a:r>
            <a:r>
              <a:rPr dirty="0" sz="2500" spc="-16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60">
                <a:solidFill>
                  <a:srgbClr val="212121"/>
                </a:solidFill>
                <a:latin typeface="Trebuchet MS"/>
                <a:cs typeface="Trebuchet MS"/>
              </a:rPr>
              <a:t>cost-</a:t>
            </a:r>
            <a:r>
              <a:rPr dirty="0" sz="2500" spc="-150">
                <a:solidFill>
                  <a:srgbClr val="212121"/>
                </a:solidFill>
                <a:latin typeface="Trebuchet MS"/>
                <a:cs typeface="Trebuchet MS"/>
              </a:rPr>
              <a:t>effective</a:t>
            </a:r>
            <a:r>
              <a:rPr dirty="0" sz="2500" spc="-1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solution </a:t>
            </a:r>
            <a:r>
              <a:rPr dirty="0" sz="2500" spc="-45">
                <a:solidFill>
                  <a:srgbClr val="212121"/>
                </a:solidFill>
                <a:latin typeface="Trebuchet MS"/>
                <a:cs typeface="Trebuchet MS"/>
              </a:rPr>
              <a:t>Customizable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212121"/>
                </a:solidFill>
                <a:latin typeface="Trebuchet MS"/>
                <a:cs typeface="Trebuchet MS"/>
              </a:rPr>
              <a:t>gestures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30">
                <a:solidFill>
                  <a:srgbClr val="212121"/>
                </a:solidFill>
                <a:latin typeface="Trebuchet MS"/>
                <a:cs typeface="Trebuchet MS"/>
              </a:rPr>
              <a:t>tailored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70">
                <a:solidFill>
                  <a:srgbClr val="212121"/>
                </a:solidFill>
                <a:latin typeface="Trebuchet MS"/>
                <a:cs typeface="Trebuchet MS"/>
              </a:rPr>
              <a:t>for</a:t>
            </a:r>
            <a:r>
              <a:rPr dirty="0" sz="2500" spc="-1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30">
                <a:solidFill>
                  <a:srgbClr val="212121"/>
                </a:solidFill>
                <a:latin typeface="Trebuchet MS"/>
                <a:cs typeface="Trebuchet MS"/>
              </a:rPr>
              <a:t>different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users</a:t>
            </a:r>
            <a:endParaRPr sz="2500">
              <a:latin typeface="Trebuchet MS"/>
              <a:cs typeface="Trebuchet MS"/>
            </a:endParaRPr>
          </a:p>
          <a:p>
            <a:pPr marL="12700" marR="1368425">
              <a:lnSpc>
                <a:spcPct val="114999"/>
              </a:lnSpc>
            </a:pPr>
            <a:r>
              <a:rPr dirty="0" sz="2500" spc="-30">
                <a:solidFill>
                  <a:srgbClr val="212121"/>
                </a:solidFill>
                <a:latin typeface="Trebuchet MS"/>
                <a:cs typeface="Trebuchet MS"/>
              </a:rPr>
              <a:t>Real-</a:t>
            </a:r>
            <a:r>
              <a:rPr dirty="0" sz="2500" spc="-150">
                <a:solidFill>
                  <a:srgbClr val="212121"/>
                </a:solidFill>
                <a:latin typeface="Trebuchet MS"/>
                <a:cs typeface="Trebuchet MS"/>
              </a:rPr>
              <a:t>time</a:t>
            </a:r>
            <a:r>
              <a:rPr dirty="0" sz="2500" spc="-17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90">
                <a:solidFill>
                  <a:srgbClr val="212121"/>
                </a:solidFill>
                <a:latin typeface="Trebuchet MS"/>
                <a:cs typeface="Trebuchet MS"/>
              </a:rPr>
              <a:t>recognition</a:t>
            </a:r>
            <a:r>
              <a:rPr dirty="0" sz="2500" spc="-1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dirty="0" sz="2500" spc="-16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gestures </a:t>
            </a:r>
            <a:r>
              <a:rPr dirty="0" sz="2500" spc="-95">
                <a:solidFill>
                  <a:srgbClr val="212121"/>
                </a:solidFill>
                <a:latin typeface="Trebuchet MS"/>
                <a:cs typeface="Trebuchet MS"/>
              </a:rPr>
              <a:t>Distinctive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features</a:t>
            </a:r>
            <a:endParaRPr sz="2500">
              <a:latin typeface="Trebuchet MS"/>
              <a:cs typeface="Trebuchet MS"/>
            </a:endParaRPr>
          </a:p>
          <a:p>
            <a:pPr algn="just" marL="12700" marR="716915">
              <a:lnSpc>
                <a:spcPct val="114999"/>
              </a:lnSpc>
            </a:pPr>
            <a:r>
              <a:rPr dirty="0" sz="2500" spc="-35">
                <a:solidFill>
                  <a:srgbClr val="212121"/>
                </a:solidFill>
                <a:latin typeface="Trebuchet MS"/>
                <a:cs typeface="Trebuchet MS"/>
              </a:rPr>
              <a:t>Independence</a:t>
            </a:r>
            <a:r>
              <a:rPr dirty="0" sz="2500" spc="-5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85">
                <a:solidFill>
                  <a:srgbClr val="212121"/>
                </a:solidFill>
                <a:latin typeface="Trebuchet MS"/>
                <a:cs typeface="Trebuchet MS"/>
              </a:rPr>
              <a:t>from</a:t>
            </a:r>
            <a:r>
              <a:rPr dirty="0" sz="250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40">
                <a:solidFill>
                  <a:srgbClr val="212121"/>
                </a:solidFill>
                <a:latin typeface="Trebuchet MS"/>
                <a:cs typeface="Trebuchet MS"/>
              </a:rPr>
              <a:t>external</a:t>
            </a:r>
            <a:r>
              <a:rPr dirty="0" sz="2500" spc="-3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cameras </a:t>
            </a:r>
            <a:r>
              <a:rPr dirty="0" sz="2500" spc="-114">
                <a:solidFill>
                  <a:srgbClr val="212121"/>
                </a:solidFill>
                <a:latin typeface="Trebuchet MS"/>
                <a:cs typeface="Trebuchet MS"/>
              </a:rPr>
              <a:t>Functionality</a:t>
            </a:r>
            <a:r>
              <a:rPr dirty="0" sz="2500" spc="-5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225">
                <a:solidFill>
                  <a:srgbClr val="212121"/>
                </a:solidFill>
                <a:latin typeface="Trebuchet MS"/>
                <a:cs typeface="Trebuchet MS"/>
              </a:rPr>
              <a:t>in</a:t>
            </a:r>
            <a:r>
              <a:rPr dirty="0" sz="2500" spc="4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5">
                <a:solidFill>
                  <a:srgbClr val="212121"/>
                </a:solidFill>
                <a:latin typeface="Trebuchet MS"/>
                <a:cs typeface="Trebuchet MS"/>
              </a:rPr>
              <a:t>low-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light</a:t>
            </a:r>
            <a:r>
              <a:rPr dirty="0" sz="2500" spc="-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55">
                <a:solidFill>
                  <a:srgbClr val="212121"/>
                </a:solidFill>
                <a:latin typeface="Trebuchet MS"/>
                <a:cs typeface="Trebuchet MS"/>
              </a:rPr>
              <a:t>environments </a:t>
            </a:r>
            <a:r>
              <a:rPr dirty="0" sz="2500" spc="-45">
                <a:solidFill>
                  <a:srgbClr val="212121"/>
                </a:solidFill>
                <a:latin typeface="Trebuchet MS"/>
                <a:cs typeface="Trebuchet MS"/>
              </a:rPr>
              <a:t>Personalized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30">
                <a:solidFill>
                  <a:srgbClr val="212121"/>
                </a:solidFill>
                <a:latin typeface="Trebuchet MS"/>
                <a:cs typeface="Trebuchet MS"/>
              </a:rPr>
              <a:t>mapping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20">
                <a:solidFill>
                  <a:srgbClr val="212121"/>
                </a:solidFill>
                <a:latin typeface="Trebuchet MS"/>
                <a:cs typeface="Trebuchet MS"/>
              </a:rPr>
              <a:t>of</a:t>
            </a:r>
            <a:r>
              <a:rPr dirty="0" sz="2500" spc="-175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12121"/>
                </a:solidFill>
                <a:latin typeface="Trebuchet MS"/>
                <a:cs typeface="Trebuchet MS"/>
              </a:rPr>
              <a:t>gestures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4596437"/>
            <a:ext cx="95250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5472737"/>
            <a:ext cx="95250" cy="95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5910887"/>
            <a:ext cx="95250" cy="9524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6787187"/>
            <a:ext cx="95250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7225337"/>
            <a:ext cx="95250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7663487"/>
            <a:ext cx="95250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8101637"/>
            <a:ext cx="95250" cy="952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22" y="8539787"/>
            <a:ext cx="95250" cy="9524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54049" y="492112"/>
            <a:ext cx="4654550" cy="26543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100"/>
              </a:spcBef>
            </a:pPr>
            <a:r>
              <a:rPr dirty="0" spc="-545"/>
              <a:t>Novelty</a:t>
            </a:r>
            <a:r>
              <a:rPr dirty="0" spc="-650"/>
              <a:t> and </a:t>
            </a:r>
            <a:r>
              <a:rPr dirty="0" spc="-645"/>
              <a:t>Uniqueness</a:t>
            </a: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1600" y="0"/>
            <a:ext cx="9296399" cy="10276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7858125" cy="10283190"/>
            <a:chOff x="0" y="0"/>
            <a:chExt cx="7858125" cy="1028319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7858125" cy="10283190"/>
            </a:xfrm>
            <a:custGeom>
              <a:avLst/>
              <a:gdLst/>
              <a:ahLst/>
              <a:cxnLst/>
              <a:rect l="l" t="t" r="r" b="b"/>
              <a:pathLst>
                <a:path w="7858125" h="10283190">
                  <a:moveTo>
                    <a:pt x="7858125" y="10283093"/>
                  </a:moveTo>
                  <a:lnTo>
                    <a:pt x="0" y="10283093"/>
                  </a:lnTo>
                  <a:lnTo>
                    <a:pt x="0" y="0"/>
                  </a:lnTo>
                  <a:lnTo>
                    <a:pt x="7858125" y="0"/>
                  </a:lnTo>
                  <a:lnTo>
                    <a:pt x="7858125" y="10283093"/>
                  </a:lnTo>
                  <a:close/>
                </a:path>
              </a:pathLst>
            </a:custGeom>
            <a:solidFill>
              <a:srgbClr val="093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512" y="666749"/>
              <a:ext cx="5753099" cy="894427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9263" y="7722194"/>
              <a:ext cx="2005025" cy="225050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dirty="0" spc="-10"/>
              <a:t>The</a:t>
            </a:r>
            <a:r>
              <a:rPr dirty="0" spc="-235"/>
              <a:t> </a:t>
            </a:r>
            <a:r>
              <a:rPr dirty="0" spc="-185"/>
              <a:t>project</a:t>
            </a:r>
            <a:r>
              <a:rPr dirty="0" spc="-229"/>
              <a:t> </a:t>
            </a:r>
            <a:r>
              <a:rPr dirty="0" spc="-135"/>
              <a:t>offers</a:t>
            </a:r>
            <a:r>
              <a:rPr dirty="0" spc="-229"/>
              <a:t> </a:t>
            </a:r>
            <a:r>
              <a:rPr dirty="0" spc="65"/>
              <a:t>a</a:t>
            </a:r>
            <a:r>
              <a:rPr dirty="0" spc="-229"/>
              <a:t> </a:t>
            </a:r>
            <a:r>
              <a:rPr dirty="0" spc="-90"/>
              <a:t>smart</a:t>
            </a:r>
            <a:r>
              <a:rPr dirty="0" spc="-235"/>
              <a:t> </a:t>
            </a:r>
            <a:r>
              <a:rPr dirty="0" spc="-10"/>
              <a:t>and</a:t>
            </a:r>
            <a:r>
              <a:rPr dirty="0" spc="-229"/>
              <a:t> </a:t>
            </a:r>
            <a:r>
              <a:rPr dirty="0"/>
              <a:t>easy</a:t>
            </a:r>
            <a:r>
              <a:rPr dirty="0" spc="-229"/>
              <a:t> </a:t>
            </a:r>
            <a:r>
              <a:rPr dirty="0" spc="-100"/>
              <a:t>way</a:t>
            </a:r>
            <a:r>
              <a:rPr dirty="0" spc="-229"/>
              <a:t> </a:t>
            </a:r>
            <a:r>
              <a:rPr dirty="0" spc="-195"/>
              <a:t>to</a:t>
            </a:r>
            <a:r>
              <a:rPr dirty="0" spc="-229"/>
              <a:t> </a:t>
            </a:r>
            <a:r>
              <a:rPr dirty="0" spc="-10"/>
              <a:t>control </a:t>
            </a:r>
            <a:r>
              <a:rPr dirty="0" spc="65"/>
              <a:t>a</a:t>
            </a:r>
            <a:r>
              <a:rPr dirty="0" spc="-215"/>
              <a:t> </a:t>
            </a:r>
            <a:r>
              <a:rPr dirty="0" spc="-125"/>
              <a:t>laptop</a:t>
            </a:r>
            <a:r>
              <a:rPr dirty="0" spc="-215"/>
              <a:t> </a:t>
            </a:r>
            <a:r>
              <a:rPr dirty="0"/>
              <a:t>using</a:t>
            </a:r>
            <a:r>
              <a:rPr dirty="0" spc="-215"/>
              <a:t> </a:t>
            </a:r>
            <a:r>
              <a:rPr dirty="0" spc="-75"/>
              <a:t>simple</a:t>
            </a:r>
            <a:r>
              <a:rPr dirty="0" spc="-215"/>
              <a:t> </a:t>
            </a:r>
            <a:r>
              <a:rPr dirty="0" spc="-70"/>
              <a:t>gestures.</a:t>
            </a:r>
            <a:r>
              <a:rPr dirty="0" spc="-415"/>
              <a:t> </a:t>
            </a:r>
            <a:r>
              <a:rPr dirty="0" spc="-254"/>
              <a:t>It</a:t>
            </a:r>
            <a:r>
              <a:rPr dirty="0" spc="-215"/>
              <a:t> </a:t>
            </a:r>
            <a:r>
              <a:rPr dirty="0"/>
              <a:t>shows</a:t>
            </a:r>
            <a:r>
              <a:rPr dirty="0" spc="-215"/>
              <a:t> </a:t>
            </a:r>
            <a:r>
              <a:rPr dirty="0" spc="-10"/>
              <a:t>strong </a:t>
            </a:r>
            <a:r>
              <a:rPr dirty="0" spc="60"/>
              <a:t>use</a:t>
            </a:r>
            <a:r>
              <a:rPr dirty="0" spc="-245"/>
              <a:t> </a:t>
            </a:r>
            <a:r>
              <a:rPr dirty="0" spc="-155"/>
              <a:t>of</a:t>
            </a:r>
            <a:r>
              <a:rPr dirty="0" spc="-245"/>
              <a:t> </a:t>
            </a:r>
            <a:r>
              <a:rPr dirty="0" spc="-105"/>
              <a:t>wearable</a:t>
            </a:r>
            <a:r>
              <a:rPr dirty="0" spc="-245"/>
              <a:t> </a:t>
            </a:r>
            <a:r>
              <a:rPr dirty="0"/>
              <a:t>sensors,</a:t>
            </a:r>
            <a:r>
              <a:rPr dirty="0" spc="-240"/>
              <a:t> </a:t>
            </a:r>
            <a:r>
              <a:rPr dirty="0" spc="-75"/>
              <a:t>improves</a:t>
            </a:r>
            <a:r>
              <a:rPr dirty="0" spc="-245"/>
              <a:t> </a:t>
            </a:r>
            <a:r>
              <a:rPr dirty="0" spc="-160"/>
              <a:t>the</a:t>
            </a:r>
            <a:r>
              <a:rPr dirty="0" spc="-245"/>
              <a:t> </a:t>
            </a:r>
            <a:r>
              <a:rPr dirty="0" spc="-100"/>
              <a:t>way</a:t>
            </a:r>
            <a:r>
              <a:rPr dirty="0" spc="-245"/>
              <a:t> </a:t>
            </a:r>
            <a:r>
              <a:rPr dirty="0" spc="-10"/>
              <a:t>people </a:t>
            </a:r>
            <a:r>
              <a:rPr dirty="0" spc="-185"/>
              <a:t>interact</a:t>
            </a:r>
            <a:r>
              <a:rPr dirty="0" spc="-240"/>
              <a:t> </a:t>
            </a:r>
            <a:r>
              <a:rPr dirty="0" spc="-215"/>
              <a:t>with</a:t>
            </a:r>
            <a:r>
              <a:rPr dirty="0" spc="-240"/>
              <a:t> </a:t>
            </a:r>
            <a:r>
              <a:rPr dirty="0" spc="-105"/>
              <a:t>computers,</a:t>
            </a:r>
            <a:r>
              <a:rPr dirty="0" spc="-235"/>
              <a:t> </a:t>
            </a:r>
            <a:r>
              <a:rPr dirty="0" spc="-10"/>
              <a:t>and</a:t>
            </a:r>
            <a:r>
              <a:rPr dirty="0" spc="-240"/>
              <a:t> </a:t>
            </a:r>
            <a:r>
              <a:rPr dirty="0"/>
              <a:t>sets</a:t>
            </a:r>
            <a:r>
              <a:rPr dirty="0" spc="-240"/>
              <a:t> </a:t>
            </a:r>
            <a:r>
              <a:rPr dirty="0" spc="-160"/>
              <a:t>the</a:t>
            </a:r>
            <a:r>
              <a:rPr dirty="0" spc="-235"/>
              <a:t> </a:t>
            </a:r>
            <a:r>
              <a:rPr dirty="0" spc="-10"/>
              <a:t>stage</a:t>
            </a:r>
            <a:r>
              <a:rPr dirty="0" spc="-240"/>
              <a:t> </a:t>
            </a:r>
            <a:r>
              <a:rPr dirty="0" spc="-25"/>
              <a:t>for </a:t>
            </a:r>
            <a:r>
              <a:rPr dirty="0" spc="-204"/>
              <a:t>future</a:t>
            </a:r>
            <a:r>
              <a:rPr dirty="0" spc="-215"/>
              <a:t> </a:t>
            </a:r>
            <a:r>
              <a:rPr dirty="0" spc="-10"/>
              <a:t>upgrades</a:t>
            </a:r>
            <a:r>
              <a:rPr dirty="0" spc="-210"/>
              <a:t> </a:t>
            </a:r>
            <a:r>
              <a:rPr dirty="0" spc="-180"/>
              <a:t>like</a:t>
            </a:r>
            <a:r>
              <a:rPr dirty="0" spc="-210"/>
              <a:t> </a:t>
            </a:r>
            <a:r>
              <a:rPr dirty="0" spc="-85"/>
              <a:t>AI</a:t>
            </a:r>
            <a:r>
              <a:rPr dirty="0" spc="-85">
                <a:latin typeface="Lucida Sans Unicode"/>
                <a:cs typeface="Lucida Sans Unicode"/>
              </a:rPr>
              <a:t>‑</a:t>
            </a:r>
            <a:r>
              <a:rPr dirty="0" spc="-85"/>
              <a:t>driven</a:t>
            </a:r>
            <a:r>
              <a:rPr dirty="0" spc="-210"/>
              <a:t> </a:t>
            </a:r>
            <a:r>
              <a:rPr dirty="0" spc="-130"/>
              <a:t>learning,</a:t>
            </a:r>
            <a:r>
              <a:rPr dirty="0" spc="-215"/>
              <a:t> </a:t>
            </a:r>
            <a:r>
              <a:rPr dirty="0" spc="-10"/>
              <a:t>richer </a:t>
            </a:r>
            <a:r>
              <a:rPr dirty="0" spc="-70"/>
              <a:t>gesture</a:t>
            </a:r>
            <a:r>
              <a:rPr dirty="0" spc="-235"/>
              <a:t> </a:t>
            </a:r>
            <a:r>
              <a:rPr dirty="0" spc="-70"/>
              <a:t>sets,</a:t>
            </a:r>
            <a:r>
              <a:rPr dirty="0" spc="-235"/>
              <a:t> </a:t>
            </a:r>
            <a:r>
              <a:rPr dirty="0" spc="-90"/>
              <a:t>smart</a:t>
            </a:r>
            <a:r>
              <a:rPr dirty="0" spc="-235"/>
              <a:t> </a:t>
            </a:r>
            <a:r>
              <a:rPr dirty="0" spc="-35"/>
              <a:t>home</a:t>
            </a:r>
            <a:r>
              <a:rPr dirty="0" spc="-235"/>
              <a:t> </a:t>
            </a:r>
            <a:r>
              <a:rPr dirty="0" spc="-140"/>
              <a:t>links,</a:t>
            </a:r>
            <a:r>
              <a:rPr dirty="0" spc="-235"/>
              <a:t> </a:t>
            </a:r>
            <a:r>
              <a:rPr dirty="0" spc="-114"/>
              <a:t>mobile</a:t>
            </a:r>
            <a:r>
              <a:rPr dirty="0" spc="-235"/>
              <a:t> </a:t>
            </a:r>
            <a:r>
              <a:rPr dirty="0" spc="-10"/>
              <a:t>control, and</a:t>
            </a:r>
            <a:r>
              <a:rPr dirty="0" spc="-245"/>
              <a:t> </a:t>
            </a:r>
            <a:r>
              <a:rPr dirty="0" spc="-200"/>
              <a:t>better</a:t>
            </a:r>
            <a:r>
              <a:rPr dirty="0" spc="-240"/>
              <a:t> </a:t>
            </a:r>
            <a:r>
              <a:rPr dirty="0" spc="-10"/>
              <a:t>accuracy.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291058" y="554336"/>
            <a:ext cx="8001634" cy="23050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950" spc="-1205"/>
              <a:t>C</a:t>
            </a:r>
            <a:r>
              <a:rPr dirty="0" sz="14950" spc="-1215"/>
              <a:t>o</a:t>
            </a:r>
            <a:r>
              <a:rPr dirty="0" sz="14950" spc="-1230"/>
              <a:t>n</a:t>
            </a:r>
            <a:r>
              <a:rPr dirty="0" sz="14950" spc="-1220"/>
              <a:t>c</a:t>
            </a:r>
            <a:r>
              <a:rPr dirty="0" sz="14950" spc="-1205"/>
              <a:t>l</a:t>
            </a:r>
            <a:r>
              <a:rPr dirty="0" sz="14950" spc="-1230"/>
              <a:t>us</a:t>
            </a:r>
            <a:r>
              <a:rPr dirty="0" sz="14950" spc="-1205"/>
              <a:t>i</a:t>
            </a:r>
            <a:r>
              <a:rPr dirty="0" sz="14950" spc="-1215"/>
              <a:t>o</a:t>
            </a:r>
            <a:r>
              <a:rPr dirty="0" sz="14950" spc="-640"/>
              <a:t>n</a:t>
            </a:r>
            <a:endParaRPr sz="14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 rot="21360000">
            <a:off x="4688957" y="2740592"/>
            <a:ext cx="8478445" cy="2313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220"/>
              </a:lnSpc>
            </a:pPr>
            <a:r>
              <a:rPr dirty="0" baseline="-2442" sz="27300" spc="3517">
                <a:latin typeface="Microsoft Sans Serif"/>
                <a:cs typeface="Microsoft Sans Serif"/>
              </a:rPr>
              <a:t>T</a:t>
            </a:r>
            <a:r>
              <a:rPr dirty="0" baseline="-1831" sz="27300" spc="3517">
                <a:latin typeface="Microsoft Sans Serif"/>
                <a:cs typeface="Microsoft Sans Serif"/>
              </a:rPr>
              <a:t>h</a:t>
            </a:r>
            <a:r>
              <a:rPr dirty="0" baseline="-1221" sz="27300" spc="3517">
                <a:latin typeface="Microsoft Sans Serif"/>
                <a:cs typeface="Microsoft Sans Serif"/>
              </a:rPr>
              <a:t>a</a:t>
            </a:r>
            <a:r>
              <a:rPr dirty="0" sz="18200" spc="2345">
                <a:latin typeface="Microsoft Sans Serif"/>
                <a:cs typeface="Microsoft Sans Serif"/>
              </a:rPr>
              <a:t>n</a:t>
            </a:r>
            <a:r>
              <a:rPr dirty="0" sz="18200" spc="2345">
                <a:latin typeface="Microsoft Sans Serif"/>
                <a:cs typeface="Microsoft Sans Serif"/>
              </a:rPr>
              <a:t>k</a:t>
            </a:r>
            <a:endParaRPr sz="18200">
              <a:latin typeface="Microsoft Sans Serif"/>
              <a:cs typeface="Microsoft Sans Serif"/>
            </a:endParaRPr>
          </a:p>
        </p:txBody>
      </p:sp>
      <p:sp>
        <p:nvSpPr>
          <p:cNvPr id="3" name="object 3" descr=""/>
          <p:cNvSpPr txBox="1"/>
          <p:nvPr/>
        </p:nvSpPr>
        <p:spPr>
          <a:xfrm rot="21360000">
            <a:off x="6382897" y="4884438"/>
            <a:ext cx="5458804" cy="2313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220"/>
              </a:lnSpc>
            </a:pPr>
            <a:r>
              <a:rPr dirty="0" baseline="-1221" sz="27300" spc="2617">
                <a:latin typeface="Microsoft Sans Serif"/>
                <a:cs typeface="Microsoft Sans Serif"/>
              </a:rPr>
              <a:t>Y</a:t>
            </a:r>
            <a:r>
              <a:rPr dirty="0" sz="18200" spc="1745">
                <a:latin typeface="Microsoft Sans Serif"/>
                <a:cs typeface="Microsoft Sans Serif"/>
              </a:rPr>
              <a:t>o</a:t>
            </a:r>
            <a:r>
              <a:rPr dirty="0" sz="18200" spc="1745">
                <a:latin typeface="Microsoft Sans Serif"/>
                <a:cs typeface="Microsoft Sans Serif"/>
              </a:rPr>
              <a:t>u</a:t>
            </a:r>
            <a:endParaRPr sz="18200">
              <a:latin typeface="Microsoft Sans Serif"/>
              <a:cs typeface="Microsoft Sans Serif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681470" y="355210"/>
            <a:ext cx="16607790" cy="8829675"/>
            <a:chOff x="1681470" y="355210"/>
            <a:chExt cx="16607790" cy="88296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0644" y="355210"/>
              <a:ext cx="4958326" cy="580996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81467" y="1179499"/>
              <a:ext cx="13449300" cy="8005445"/>
            </a:xfrm>
            <a:custGeom>
              <a:avLst/>
              <a:gdLst/>
              <a:ahLst/>
              <a:cxnLst/>
              <a:rect l="l" t="t" r="r" b="b"/>
              <a:pathLst>
                <a:path w="13449300" h="8005445">
                  <a:moveTo>
                    <a:pt x="1970557" y="859853"/>
                  </a:moveTo>
                  <a:lnTo>
                    <a:pt x="1930793" y="833081"/>
                  </a:lnTo>
                  <a:lnTo>
                    <a:pt x="1914448" y="833831"/>
                  </a:lnTo>
                  <a:lnTo>
                    <a:pt x="1857133" y="857402"/>
                  </a:lnTo>
                  <a:lnTo>
                    <a:pt x="1779079" y="910424"/>
                  </a:lnTo>
                  <a:lnTo>
                    <a:pt x="1035748" y="1417574"/>
                  </a:lnTo>
                  <a:lnTo>
                    <a:pt x="1031227" y="1419834"/>
                  </a:lnTo>
                  <a:lnTo>
                    <a:pt x="1025804" y="1422095"/>
                  </a:lnTo>
                  <a:lnTo>
                    <a:pt x="1020838" y="1423898"/>
                  </a:lnTo>
                  <a:lnTo>
                    <a:pt x="1020648" y="1397863"/>
                  </a:lnTo>
                  <a:lnTo>
                    <a:pt x="1022743" y="1340167"/>
                  </a:lnTo>
                  <a:lnTo>
                    <a:pt x="1026731" y="1240459"/>
                  </a:lnTo>
                  <a:lnTo>
                    <a:pt x="1028890" y="1190599"/>
                  </a:lnTo>
                  <a:lnTo>
                    <a:pt x="1031227" y="1140752"/>
                  </a:lnTo>
                  <a:lnTo>
                    <a:pt x="1046543" y="838085"/>
                  </a:lnTo>
                  <a:lnTo>
                    <a:pt x="1062278" y="535533"/>
                  </a:lnTo>
                  <a:lnTo>
                    <a:pt x="1073226" y="333730"/>
                  </a:lnTo>
                  <a:lnTo>
                    <a:pt x="1076693" y="281444"/>
                  </a:lnTo>
                  <a:lnTo>
                    <a:pt x="1080871" y="229146"/>
                  </a:lnTo>
                  <a:lnTo>
                    <a:pt x="1089888" y="124548"/>
                  </a:lnTo>
                  <a:lnTo>
                    <a:pt x="1094003" y="72263"/>
                  </a:lnTo>
                  <a:lnTo>
                    <a:pt x="1094765" y="60413"/>
                  </a:lnTo>
                  <a:lnTo>
                    <a:pt x="1094676" y="48323"/>
                  </a:lnTo>
                  <a:lnTo>
                    <a:pt x="1093241" y="36563"/>
                  </a:lnTo>
                  <a:lnTo>
                    <a:pt x="1068476" y="2819"/>
                  </a:lnTo>
                  <a:lnTo>
                    <a:pt x="1059675" y="0"/>
                  </a:lnTo>
                  <a:lnTo>
                    <a:pt x="1050886" y="1536"/>
                  </a:lnTo>
                  <a:lnTo>
                    <a:pt x="1019822" y="32004"/>
                  </a:lnTo>
                  <a:lnTo>
                    <a:pt x="1018133" y="45618"/>
                  </a:lnTo>
                  <a:lnTo>
                    <a:pt x="1012812" y="93332"/>
                  </a:lnTo>
                  <a:lnTo>
                    <a:pt x="1007148" y="140982"/>
                  </a:lnTo>
                  <a:lnTo>
                    <a:pt x="995667" y="236194"/>
                  </a:lnTo>
                  <a:lnTo>
                    <a:pt x="990257" y="283781"/>
                  </a:lnTo>
                  <a:lnTo>
                    <a:pt x="985367" y="331393"/>
                  </a:lnTo>
                  <a:lnTo>
                    <a:pt x="981189" y="379044"/>
                  </a:lnTo>
                  <a:lnTo>
                    <a:pt x="977938" y="426758"/>
                  </a:lnTo>
                  <a:lnTo>
                    <a:pt x="972248" y="529882"/>
                  </a:lnTo>
                  <a:lnTo>
                    <a:pt x="966838" y="633031"/>
                  </a:lnTo>
                  <a:lnTo>
                    <a:pt x="961669" y="736193"/>
                  </a:lnTo>
                  <a:lnTo>
                    <a:pt x="954252" y="890955"/>
                  </a:lnTo>
                  <a:lnTo>
                    <a:pt x="930529" y="1406740"/>
                  </a:lnTo>
                  <a:lnTo>
                    <a:pt x="930097" y="1413637"/>
                  </a:lnTo>
                  <a:lnTo>
                    <a:pt x="927811" y="1441970"/>
                  </a:lnTo>
                  <a:lnTo>
                    <a:pt x="896061" y="1417243"/>
                  </a:lnTo>
                  <a:lnTo>
                    <a:pt x="865886" y="1393863"/>
                  </a:lnTo>
                  <a:lnTo>
                    <a:pt x="810399" y="1347127"/>
                  </a:lnTo>
                  <a:lnTo>
                    <a:pt x="770445" y="1308417"/>
                  </a:lnTo>
                  <a:lnTo>
                    <a:pt x="731050" y="1269022"/>
                  </a:lnTo>
                  <a:lnTo>
                    <a:pt x="691807" y="1229487"/>
                  </a:lnTo>
                  <a:lnTo>
                    <a:pt x="652310" y="1190320"/>
                  </a:lnTo>
                  <a:lnTo>
                    <a:pt x="612140" y="1152042"/>
                  </a:lnTo>
                  <a:lnTo>
                    <a:pt x="572135" y="1115898"/>
                  </a:lnTo>
                  <a:lnTo>
                    <a:pt x="531418" y="1080477"/>
                  </a:lnTo>
                  <a:lnTo>
                    <a:pt x="490245" y="1045514"/>
                  </a:lnTo>
                  <a:lnTo>
                    <a:pt x="448868" y="1010742"/>
                  </a:lnTo>
                  <a:lnTo>
                    <a:pt x="407568" y="975906"/>
                  </a:lnTo>
                  <a:lnTo>
                    <a:pt x="394271" y="965746"/>
                  </a:lnTo>
                  <a:lnTo>
                    <a:pt x="380136" y="958926"/>
                  </a:lnTo>
                  <a:lnTo>
                    <a:pt x="365150" y="958443"/>
                  </a:lnTo>
                  <a:lnTo>
                    <a:pt x="349313" y="967333"/>
                  </a:lnTo>
                  <a:lnTo>
                    <a:pt x="342252" y="978446"/>
                  </a:lnTo>
                  <a:lnTo>
                    <a:pt x="343268" y="991552"/>
                  </a:lnTo>
                  <a:lnTo>
                    <a:pt x="352171" y="1006767"/>
                  </a:lnTo>
                  <a:lnTo>
                    <a:pt x="368731" y="1024229"/>
                  </a:lnTo>
                  <a:lnTo>
                    <a:pt x="385610" y="1039139"/>
                  </a:lnTo>
                  <a:lnTo>
                    <a:pt x="402145" y="1054036"/>
                  </a:lnTo>
                  <a:lnTo>
                    <a:pt x="435127" y="1085011"/>
                  </a:lnTo>
                  <a:lnTo>
                    <a:pt x="468134" y="1115847"/>
                  </a:lnTo>
                  <a:lnTo>
                    <a:pt x="500900" y="1146949"/>
                  </a:lnTo>
                  <a:lnTo>
                    <a:pt x="533107" y="1178687"/>
                  </a:lnTo>
                  <a:lnTo>
                    <a:pt x="567194" y="1213840"/>
                  </a:lnTo>
                  <a:lnTo>
                    <a:pt x="600595" y="1249730"/>
                  </a:lnTo>
                  <a:lnTo>
                    <a:pt x="666838" y="1322209"/>
                  </a:lnTo>
                  <a:lnTo>
                    <a:pt x="700430" y="1358074"/>
                  </a:lnTo>
                  <a:lnTo>
                    <a:pt x="734834" y="1393215"/>
                  </a:lnTo>
                  <a:lnTo>
                    <a:pt x="770432" y="1427264"/>
                  </a:lnTo>
                  <a:lnTo>
                    <a:pt x="807580" y="1459839"/>
                  </a:lnTo>
                  <a:lnTo>
                    <a:pt x="846670" y="1490611"/>
                  </a:lnTo>
                  <a:lnTo>
                    <a:pt x="888072" y="1519186"/>
                  </a:lnTo>
                  <a:lnTo>
                    <a:pt x="874522" y="1529118"/>
                  </a:lnTo>
                  <a:lnTo>
                    <a:pt x="868387" y="1533156"/>
                  </a:lnTo>
                  <a:lnTo>
                    <a:pt x="862330" y="1536344"/>
                  </a:lnTo>
                  <a:lnTo>
                    <a:pt x="596265" y="1707095"/>
                  </a:lnTo>
                  <a:lnTo>
                    <a:pt x="507771" y="1764284"/>
                  </a:lnTo>
                  <a:lnTo>
                    <a:pt x="463613" y="1792986"/>
                  </a:lnTo>
                  <a:lnTo>
                    <a:pt x="419519" y="1821776"/>
                  </a:lnTo>
                  <a:lnTo>
                    <a:pt x="375500" y="1850669"/>
                  </a:lnTo>
                  <a:lnTo>
                    <a:pt x="332092" y="1879473"/>
                  </a:lnTo>
                  <a:lnTo>
                    <a:pt x="288912" y="1908556"/>
                  </a:lnTo>
                  <a:lnTo>
                    <a:pt x="245922" y="1937880"/>
                  </a:lnTo>
                  <a:lnTo>
                    <a:pt x="203111" y="1967395"/>
                  </a:lnTo>
                  <a:lnTo>
                    <a:pt x="160401" y="1997049"/>
                  </a:lnTo>
                  <a:lnTo>
                    <a:pt x="75184" y="2056599"/>
                  </a:lnTo>
                  <a:lnTo>
                    <a:pt x="44475" y="2081263"/>
                  </a:lnTo>
                  <a:lnTo>
                    <a:pt x="16484" y="2108974"/>
                  </a:lnTo>
                  <a:lnTo>
                    <a:pt x="0" y="2142058"/>
                  </a:lnTo>
                  <a:lnTo>
                    <a:pt x="1498" y="2158390"/>
                  </a:lnTo>
                  <a:lnTo>
                    <a:pt x="9258" y="2173109"/>
                  </a:lnTo>
                  <a:lnTo>
                    <a:pt x="21945" y="2183803"/>
                  </a:lnTo>
                  <a:lnTo>
                    <a:pt x="37592" y="2188578"/>
                  </a:lnTo>
                  <a:lnTo>
                    <a:pt x="55105" y="2187079"/>
                  </a:lnTo>
                  <a:lnTo>
                    <a:pt x="73380" y="2178977"/>
                  </a:lnTo>
                  <a:lnTo>
                    <a:pt x="89687" y="2168042"/>
                  </a:lnTo>
                  <a:lnTo>
                    <a:pt x="105562" y="2156510"/>
                  </a:lnTo>
                  <a:lnTo>
                    <a:pt x="121272" y="2144814"/>
                  </a:lnTo>
                  <a:lnTo>
                    <a:pt x="137058" y="2133371"/>
                  </a:lnTo>
                  <a:lnTo>
                    <a:pt x="176669" y="2105253"/>
                  </a:lnTo>
                  <a:lnTo>
                    <a:pt x="255600" y="2048865"/>
                  </a:lnTo>
                  <a:lnTo>
                    <a:pt x="295224" y="2020963"/>
                  </a:lnTo>
                  <a:lnTo>
                    <a:pt x="335140" y="1993531"/>
                  </a:lnTo>
                  <a:lnTo>
                    <a:pt x="375500" y="1966722"/>
                  </a:lnTo>
                  <a:lnTo>
                    <a:pt x="419227" y="1938350"/>
                  </a:lnTo>
                  <a:lnTo>
                    <a:pt x="462991" y="1910105"/>
                  </a:lnTo>
                  <a:lnTo>
                    <a:pt x="506806" y="1881974"/>
                  </a:lnTo>
                  <a:lnTo>
                    <a:pt x="594512" y="1825993"/>
                  </a:lnTo>
                  <a:lnTo>
                    <a:pt x="901623" y="1631188"/>
                  </a:lnTo>
                  <a:lnTo>
                    <a:pt x="907034" y="1628482"/>
                  </a:lnTo>
                  <a:lnTo>
                    <a:pt x="912914" y="1625320"/>
                  </a:lnTo>
                  <a:lnTo>
                    <a:pt x="918781" y="1623060"/>
                  </a:lnTo>
                  <a:lnTo>
                    <a:pt x="918972" y="1645475"/>
                  </a:lnTo>
                  <a:lnTo>
                    <a:pt x="918781" y="1651965"/>
                  </a:lnTo>
                  <a:lnTo>
                    <a:pt x="894664" y="1958733"/>
                  </a:lnTo>
                  <a:lnTo>
                    <a:pt x="847432" y="2572778"/>
                  </a:lnTo>
                  <a:lnTo>
                    <a:pt x="844232" y="2620340"/>
                  </a:lnTo>
                  <a:lnTo>
                    <a:pt x="841895" y="2668117"/>
                  </a:lnTo>
                  <a:lnTo>
                    <a:pt x="840066" y="2715984"/>
                  </a:lnTo>
                  <a:lnTo>
                    <a:pt x="838390" y="2763799"/>
                  </a:lnTo>
                  <a:lnTo>
                    <a:pt x="838314" y="2775026"/>
                  </a:lnTo>
                  <a:lnTo>
                    <a:pt x="839076" y="2786494"/>
                  </a:lnTo>
                  <a:lnTo>
                    <a:pt x="860920" y="2825953"/>
                  </a:lnTo>
                  <a:lnTo>
                    <a:pt x="880389" y="2835605"/>
                  </a:lnTo>
                  <a:lnTo>
                    <a:pt x="890320" y="2833509"/>
                  </a:lnTo>
                  <a:lnTo>
                    <a:pt x="922667" y="2803626"/>
                  </a:lnTo>
                  <a:lnTo>
                    <a:pt x="927366" y="2775991"/>
                  </a:lnTo>
                  <a:lnTo>
                    <a:pt x="930592" y="2739415"/>
                  </a:lnTo>
                  <a:lnTo>
                    <a:pt x="933564" y="2702839"/>
                  </a:lnTo>
                  <a:lnTo>
                    <a:pt x="939101" y="2629674"/>
                  </a:lnTo>
                  <a:lnTo>
                    <a:pt x="1010005" y="1640217"/>
                  </a:lnTo>
                  <a:lnTo>
                    <a:pt x="1010450" y="1634794"/>
                  </a:lnTo>
                  <a:lnTo>
                    <a:pt x="1011364" y="1628927"/>
                  </a:lnTo>
                  <a:lnTo>
                    <a:pt x="1012710" y="1618094"/>
                  </a:lnTo>
                  <a:lnTo>
                    <a:pt x="1026490" y="1631073"/>
                  </a:lnTo>
                  <a:lnTo>
                    <a:pt x="1032268" y="1636636"/>
                  </a:lnTo>
                  <a:lnTo>
                    <a:pt x="1073429" y="1678876"/>
                  </a:lnTo>
                  <a:lnTo>
                    <a:pt x="1110056" y="1714855"/>
                  </a:lnTo>
                  <a:lnTo>
                    <a:pt x="1147356" y="1750047"/>
                  </a:lnTo>
                  <a:lnTo>
                    <a:pt x="1185265" y="1784527"/>
                  </a:lnTo>
                  <a:lnTo>
                    <a:pt x="1223695" y="1818411"/>
                  </a:lnTo>
                  <a:lnTo>
                    <a:pt x="1262583" y="1851761"/>
                  </a:lnTo>
                  <a:lnTo>
                    <a:pt x="1301838" y="1884667"/>
                  </a:lnTo>
                  <a:lnTo>
                    <a:pt x="1341412" y="1917230"/>
                  </a:lnTo>
                  <a:lnTo>
                    <a:pt x="1381201" y="1949526"/>
                  </a:lnTo>
                  <a:lnTo>
                    <a:pt x="1421142" y="1981657"/>
                  </a:lnTo>
                  <a:lnTo>
                    <a:pt x="1461160" y="2013686"/>
                  </a:lnTo>
                  <a:lnTo>
                    <a:pt x="1498117" y="2035606"/>
                  </a:lnTo>
                  <a:lnTo>
                    <a:pt x="1527517" y="2042820"/>
                  </a:lnTo>
                  <a:lnTo>
                    <a:pt x="1542503" y="2040559"/>
                  </a:lnTo>
                  <a:lnTo>
                    <a:pt x="1555877" y="2033219"/>
                  </a:lnTo>
                  <a:lnTo>
                    <a:pt x="1566824" y="2020468"/>
                  </a:lnTo>
                  <a:lnTo>
                    <a:pt x="1573136" y="2005076"/>
                  </a:lnTo>
                  <a:lnTo>
                    <a:pt x="1573606" y="1990153"/>
                  </a:lnTo>
                  <a:lnTo>
                    <a:pt x="1568983" y="1975815"/>
                  </a:lnTo>
                  <a:lnTo>
                    <a:pt x="1539227" y="1941385"/>
                  </a:lnTo>
                  <a:lnTo>
                    <a:pt x="1493977" y="1904873"/>
                  </a:lnTo>
                  <a:lnTo>
                    <a:pt x="1380998" y="1814537"/>
                  </a:lnTo>
                  <a:lnTo>
                    <a:pt x="1343444" y="1784337"/>
                  </a:lnTo>
                  <a:lnTo>
                    <a:pt x="1306029" y="1753997"/>
                  </a:lnTo>
                  <a:lnTo>
                    <a:pt x="1268780" y="1723440"/>
                  </a:lnTo>
                  <a:lnTo>
                    <a:pt x="1231734" y="1692605"/>
                  </a:lnTo>
                  <a:lnTo>
                    <a:pt x="1195362" y="1661160"/>
                  </a:lnTo>
                  <a:lnTo>
                    <a:pt x="1159687" y="1628787"/>
                  </a:lnTo>
                  <a:lnTo>
                    <a:pt x="1124305" y="1595742"/>
                  </a:lnTo>
                  <a:lnTo>
                    <a:pt x="1088847" y="1562277"/>
                  </a:lnTo>
                  <a:lnTo>
                    <a:pt x="1052906" y="1528673"/>
                  </a:lnTo>
                  <a:lnTo>
                    <a:pt x="1059141" y="1523911"/>
                  </a:lnTo>
                  <a:lnTo>
                    <a:pt x="1069416" y="1515910"/>
                  </a:lnTo>
                  <a:lnTo>
                    <a:pt x="1074127" y="1512417"/>
                  </a:lnTo>
                  <a:lnTo>
                    <a:pt x="1242263" y="1396034"/>
                  </a:lnTo>
                  <a:lnTo>
                    <a:pt x="1326578" y="1338097"/>
                  </a:lnTo>
                  <a:lnTo>
                    <a:pt x="1367002" y="1310652"/>
                  </a:lnTo>
                  <a:lnTo>
                    <a:pt x="1610080" y="1146238"/>
                  </a:lnTo>
                  <a:lnTo>
                    <a:pt x="1690903" y="1091234"/>
                  </a:lnTo>
                  <a:lnTo>
                    <a:pt x="1731200" y="1063637"/>
                  </a:lnTo>
                  <a:lnTo>
                    <a:pt x="1771408" y="1035977"/>
                  </a:lnTo>
                  <a:lnTo>
                    <a:pt x="1809356" y="1009015"/>
                  </a:lnTo>
                  <a:lnTo>
                    <a:pt x="1846846" y="981367"/>
                  </a:lnTo>
                  <a:lnTo>
                    <a:pt x="1883968" y="953185"/>
                  </a:lnTo>
                  <a:lnTo>
                    <a:pt x="1920811" y="924674"/>
                  </a:lnTo>
                  <a:lnTo>
                    <a:pt x="1957463" y="895972"/>
                  </a:lnTo>
                  <a:lnTo>
                    <a:pt x="1970481" y="869302"/>
                  </a:lnTo>
                  <a:lnTo>
                    <a:pt x="1970557" y="859853"/>
                  </a:lnTo>
                  <a:close/>
                </a:path>
                <a:path w="13449300" h="8005445">
                  <a:moveTo>
                    <a:pt x="12708141" y="6321501"/>
                  </a:moveTo>
                  <a:lnTo>
                    <a:pt x="12695784" y="6311404"/>
                  </a:lnTo>
                  <a:lnTo>
                    <a:pt x="12696343" y="6295466"/>
                  </a:lnTo>
                  <a:lnTo>
                    <a:pt x="12684189" y="6279261"/>
                  </a:lnTo>
                  <a:lnTo>
                    <a:pt x="12660109" y="6975462"/>
                  </a:lnTo>
                  <a:lnTo>
                    <a:pt x="12673762" y="6948081"/>
                  </a:lnTo>
                  <a:lnTo>
                    <a:pt x="12680912" y="6741363"/>
                  </a:lnTo>
                  <a:lnTo>
                    <a:pt x="12675362" y="6901916"/>
                  </a:lnTo>
                  <a:lnTo>
                    <a:pt x="12688634" y="6885470"/>
                  </a:lnTo>
                  <a:lnTo>
                    <a:pt x="12708141" y="6321501"/>
                  </a:lnTo>
                  <a:close/>
                </a:path>
                <a:path w="13449300" h="8005445">
                  <a:moveTo>
                    <a:pt x="12739459" y="6518503"/>
                  </a:moveTo>
                  <a:lnTo>
                    <a:pt x="12728067" y="6480289"/>
                  </a:lnTo>
                  <a:lnTo>
                    <a:pt x="12730988" y="6395910"/>
                  </a:lnTo>
                  <a:lnTo>
                    <a:pt x="12719101" y="6372365"/>
                  </a:lnTo>
                  <a:lnTo>
                    <a:pt x="12707176" y="6349441"/>
                  </a:lnTo>
                  <a:lnTo>
                    <a:pt x="12689815" y="6851536"/>
                  </a:lnTo>
                  <a:lnTo>
                    <a:pt x="12703861" y="6812724"/>
                  </a:lnTo>
                  <a:lnTo>
                    <a:pt x="12705220" y="6773469"/>
                  </a:lnTo>
                  <a:lnTo>
                    <a:pt x="12719266" y="6734657"/>
                  </a:lnTo>
                  <a:lnTo>
                    <a:pt x="12722378" y="6644703"/>
                  </a:lnTo>
                  <a:lnTo>
                    <a:pt x="12720625" y="6695402"/>
                  </a:lnTo>
                  <a:lnTo>
                    <a:pt x="12734189" y="6670688"/>
                  </a:lnTo>
                  <a:lnTo>
                    <a:pt x="12739459" y="6518503"/>
                  </a:lnTo>
                  <a:close/>
                </a:path>
                <a:path w="13449300" h="8005445">
                  <a:moveTo>
                    <a:pt x="13367944" y="6350203"/>
                  </a:moveTo>
                  <a:lnTo>
                    <a:pt x="13343039" y="6335420"/>
                  </a:lnTo>
                  <a:lnTo>
                    <a:pt x="13340448" y="6410553"/>
                  </a:lnTo>
                  <a:lnTo>
                    <a:pt x="13367944" y="6350203"/>
                  </a:lnTo>
                  <a:close/>
                </a:path>
                <a:path w="13449300" h="8005445">
                  <a:moveTo>
                    <a:pt x="13448729" y="5851944"/>
                  </a:moveTo>
                  <a:lnTo>
                    <a:pt x="13436067" y="5850687"/>
                  </a:lnTo>
                  <a:lnTo>
                    <a:pt x="13423494" y="5846813"/>
                  </a:lnTo>
                  <a:lnTo>
                    <a:pt x="13416140" y="6058992"/>
                  </a:lnTo>
                  <a:lnTo>
                    <a:pt x="13423595" y="5843702"/>
                  </a:lnTo>
                  <a:lnTo>
                    <a:pt x="13410946" y="5841987"/>
                  </a:lnTo>
                  <a:lnTo>
                    <a:pt x="13398183" y="5843638"/>
                  </a:lnTo>
                  <a:lnTo>
                    <a:pt x="13359244" y="5867044"/>
                  </a:lnTo>
                  <a:lnTo>
                    <a:pt x="13332600" y="5902718"/>
                  </a:lnTo>
                  <a:lnTo>
                    <a:pt x="13331724" y="5928118"/>
                  </a:lnTo>
                  <a:lnTo>
                    <a:pt x="13318135" y="5953696"/>
                  </a:lnTo>
                  <a:lnTo>
                    <a:pt x="13315493" y="6029896"/>
                  </a:lnTo>
                  <a:lnTo>
                    <a:pt x="13302577" y="6036005"/>
                  </a:lnTo>
                  <a:lnTo>
                    <a:pt x="13299085" y="6136894"/>
                  </a:lnTo>
                  <a:lnTo>
                    <a:pt x="13270459" y="6229743"/>
                  </a:lnTo>
                  <a:lnTo>
                    <a:pt x="13256387" y="6269164"/>
                  </a:lnTo>
                  <a:lnTo>
                    <a:pt x="13255003" y="6308941"/>
                  </a:lnTo>
                  <a:lnTo>
                    <a:pt x="13226885" y="6387071"/>
                  </a:lnTo>
                  <a:lnTo>
                    <a:pt x="13212902" y="6423888"/>
                  </a:lnTo>
                  <a:lnTo>
                    <a:pt x="13211632" y="6460845"/>
                  </a:lnTo>
                  <a:lnTo>
                    <a:pt x="13197675" y="6497053"/>
                  </a:lnTo>
                  <a:lnTo>
                    <a:pt x="13171030" y="6532512"/>
                  </a:lnTo>
                  <a:lnTo>
                    <a:pt x="13156578" y="6582931"/>
                  </a:lnTo>
                  <a:lnTo>
                    <a:pt x="13129476" y="6631470"/>
                  </a:lnTo>
                  <a:lnTo>
                    <a:pt x="13089750" y="6677876"/>
                  </a:lnTo>
                  <a:lnTo>
                    <a:pt x="13062788" y="6722796"/>
                  </a:lnTo>
                  <a:lnTo>
                    <a:pt x="12956553" y="6855028"/>
                  </a:lnTo>
                  <a:lnTo>
                    <a:pt x="12943256" y="6871970"/>
                  </a:lnTo>
                  <a:lnTo>
                    <a:pt x="12917284" y="6887858"/>
                  </a:lnTo>
                  <a:lnTo>
                    <a:pt x="12890767" y="6919887"/>
                  </a:lnTo>
                  <a:lnTo>
                    <a:pt x="12877775" y="6928015"/>
                  </a:lnTo>
                  <a:lnTo>
                    <a:pt x="12877483" y="6936422"/>
                  </a:lnTo>
                  <a:lnTo>
                    <a:pt x="12864516" y="6944080"/>
                  </a:lnTo>
                  <a:lnTo>
                    <a:pt x="12851562" y="6951281"/>
                  </a:lnTo>
                  <a:lnTo>
                    <a:pt x="12838608" y="6958330"/>
                  </a:lnTo>
                  <a:lnTo>
                    <a:pt x="12825667" y="6964921"/>
                  </a:lnTo>
                  <a:lnTo>
                    <a:pt x="12825413" y="6972249"/>
                  </a:lnTo>
                  <a:lnTo>
                    <a:pt x="12812433" y="6980225"/>
                  </a:lnTo>
                  <a:lnTo>
                    <a:pt x="12799263" y="6993407"/>
                  </a:lnTo>
                  <a:lnTo>
                    <a:pt x="12786170" y="7004901"/>
                  </a:lnTo>
                  <a:lnTo>
                    <a:pt x="12773089" y="7015467"/>
                  </a:lnTo>
                  <a:lnTo>
                    <a:pt x="12747333" y="7025449"/>
                  </a:lnTo>
                  <a:lnTo>
                    <a:pt x="12734100" y="7040626"/>
                  </a:lnTo>
                  <a:lnTo>
                    <a:pt x="12708217" y="7053986"/>
                  </a:lnTo>
                  <a:lnTo>
                    <a:pt x="12682360" y="7066724"/>
                  </a:lnTo>
                  <a:lnTo>
                    <a:pt x="12656503" y="7079628"/>
                  </a:lnTo>
                  <a:lnTo>
                    <a:pt x="12643663" y="7083501"/>
                  </a:lnTo>
                  <a:lnTo>
                    <a:pt x="12643511" y="7087971"/>
                  </a:lnTo>
                  <a:lnTo>
                    <a:pt x="12630645" y="7092315"/>
                  </a:lnTo>
                  <a:lnTo>
                    <a:pt x="12617780" y="7097115"/>
                  </a:lnTo>
                  <a:lnTo>
                    <a:pt x="12631115" y="7078904"/>
                  </a:lnTo>
                  <a:lnTo>
                    <a:pt x="12631699" y="7061771"/>
                  </a:lnTo>
                  <a:lnTo>
                    <a:pt x="12644958" y="7046011"/>
                  </a:lnTo>
                  <a:lnTo>
                    <a:pt x="12645504" y="7030123"/>
                  </a:lnTo>
                  <a:lnTo>
                    <a:pt x="12659157" y="7002818"/>
                  </a:lnTo>
                  <a:lnTo>
                    <a:pt x="12684722" y="6263805"/>
                  </a:lnTo>
                  <a:lnTo>
                    <a:pt x="12672555" y="6248362"/>
                  </a:lnTo>
                  <a:lnTo>
                    <a:pt x="12649187" y="6189319"/>
                  </a:lnTo>
                  <a:lnTo>
                    <a:pt x="12624753" y="6160706"/>
                  </a:lnTo>
                  <a:lnTo>
                    <a:pt x="12600280" y="6133693"/>
                  </a:lnTo>
                  <a:lnTo>
                    <a:pt x="12588189" y="6115926"/>
                  </a:lnTo>
                  <a:lnTo>
                    <a:pt x="12551080" y="6086399"/>
                  </a:lnTo>
                  <a:lnTo>
                    <a:pt x="12488431" y="6060605"/>
                  </a:lnTo>
                  <a:lnTo>
                    <a:pt x="12450661" y="6050635"/>
                  </a:lnTo>
                  <a:lnTo>
                    <a:pt x="12412739" y="6044806"/>
                  </a:lnTo>
                  <a:lnTo>
                    <a:pt x="12400051" y="6044273"/>
                  </a:lnTo>
                  <a:lnTo>
                    <a:pt x="12387364" y="6043739"/>
                  </a:lnTo>
                  <a:lnTo>
                    <a:pt x="12374664" y="6043193"/>
                  </a:lnTo>
                  <a:lnTo>
                    <a:pt x="12336450" y="6046152"/>
                  </a:lnTo>
                  <a:lnTo>
                    <a:pt x="12310732" y="6054903"/>
                  </a:lnTo>
                  <a:lnTo>
                    <a:pt x="12272162" y="6067514"/>
                  </a:lnTo>
                  <a:lnTo>
                    <a:pt x="12246191" y="6083782"/>
                  </a:lnTo>
                  <a:lnTo>
                    <a:pt x="12207316" y="6105436"/>
                  </a:lnTo>
                  <a:lnTo>
                    <a:pt x="12168340" y="6130010"/>
                  </a:lnTo>
                  <a:lnTo>
                    <a:pt x="12141975" y="6157773"/>
                  </a:lnTo>
                  <a:lnTo>
                    <a:pt x="12115508" y="6188151"/>
                  </a:lnTo>
                  <a:lnTo>
                    <a:pt x="12115292" y="6194158"/>
                  </a:lnTo>
                  <a:lnTo>
                    <a:pt x="12102198" y="6205423"/>
                  </a:lnTo>
                  <a:lnTo>
                    <a:pt x="12089295" y="6210986"/>
                  </a:lnTo>
                  <a:lnTo>
                    <a:pt x="12088914" y="6221996"/>
                  </a:lnTo>
                  <a:lnTo>
                    <a:pt x="12081853" y="6426263"/>
                  </a:lnTo>
                  <a:lnTo>
                    <a:pt x="12094972" y="6414249"/>
                  </a:lnTo>
                  <a:lnTo>
                    <a:pt x="12095404" y="6401956"/>
                  </a:lnTo>
                  <a:lnTo>
                    <a:pt x="12121833" y="6372403"/>
                  </a:lnTo>
                  <a:lnTo>
                    <a:pt x="12135561" y="6343180"/>
                  </a:lnTo>
                  <a:lnTo>
                    <a:pt x="12161926" y="6315608"/>
                  </a:lnTo>
                  <a:lnTo>
                    <a:pt x="12188228" y="6289738"/>
                  </a:lnTo>
                  <a:lnTo>
                    <a:pt x="12214619" y="6261786"/>
                  </a:lnTo>
                  <a:lnTo>
                    <a:pt x="12266994" y="6217069"/>
                  </a:lnTo>
                  <a:lnTo>
                    <a:pt x="12318860" y="6187224"/>
                  </a:lnTo>
                  <a:lnTo>
                    <a:pt x="12382805" y="6175286"/>
                  </a:lnTo>
                  <a:lnTo>
                    <a:pt x="12408154" y="6177292"/>
                  </a:lnTo>
                  <a:lnTo>
                    <a:pt x="12445987" y="6185738"/>
                  </a:lnTo>
                  <a:lnTo>
                    <a:pt x="12483617" y="6200064"/>
                  </a:lnTo>
                  <a:lnTo>
                    <a:pt x="12532716" y="6250076"/>
                  </a:lnTo>
                  <a:lnTo>
                    <a:pt x="12556655" y="6292583"/>
                  </a:lnTo>
                  <a:lnTo>
                    <a:pt x="12580493" y="6338303"/>
                  </a:lnTo>
                  <a:lnTo>
                    <a:pt x="12591529" y="6386347"/>
                  </a:lnTo>
                  <a:lnTo>
                    <a:pt x="12602502" y="6436703"/>
                  </a:lnTo>
                  <a:lnTo>
                    <a:pt x="12614364" y="6461099"/>
                  </a:lnTo>
                  <a:lnTo>
                    <a:pt x="12607404" y="6662026"/>
                  </a:lnTo>
                  <a:lnTo>
                    <a:pt x="12593193" y="6705587"/>
                  </a:lnTo>
                  <a:lnTo>
                    <a:pt x="12591682" y="6749275"/>
                  </a:lnTo>
                  <a:lnTo>
                    <a:pt x="12577496" y="6792227"/>
                  </a:lnTo>
                  <a:lnTo>
                    <a:pt x="12575997" y="6835318"/>
                  </a:lnTo>
                  <a:lnTo>
                    <a:pt x="12533973" y="6948068"/>
                  </a:lnTo>
                  <a:lnTo>
                    <a:pt x="12532652" y="6986105"/>
                  </a:lnTo>
                  <a:lnTo>
                    <a:pt x="12519419" y="7001446"/>
                  </a:lnTo>
                  <a:lnTo>
                    <a:pt x="12518885" y="7016940"/>
                  </a:lnTo>
                  <a:lnTo>
                    <a:pt x="12505665" y="7031672"/>
                  </a:lnTo>
                  <a:lnTo>
                    <a:pt x="12505157" y="7046544"/>
                  </a:lnTo>
                  <a:lnTo>
                    <a:pt x="12491657" y="7069544"/>
                  </a:lnTo>
                  <a:lnTo>
                    <a:pt x="12477331" y="7116280"/>
                  </a:lnTo>
                  <a:lnTo>
                    <a:pt x="12463818" y="7139267"/>
                  </a:lnTo>
                  <a:lnTo>
                    <a:pt x="12450737" y="7150417"/>
                  </a:lnTo>
                  <a:lnTo>
                    <a:pt x="12450407" y="7159790"/>
                  </a:lnTo>
                  <a:lnTo>
                    <a:pt x="12437516" y="7165187"/>
                  </a:lnTo>
                  <a:lnTo>
                    <a:pt x="12424791" y="7165759"/>
                  </a:lnTo>
                  <a:lnTo>
                    <a:pt x="12412078" y="7165581"/>
                  </a:lnTo>
                  <a:lnTo>
                    <a:pt x="12399302" y="7167537"/>
                  </a:lnTo>
                  <a:lnTo>
                    <a:pt x="12360872" y="7176744"/>
                  </a:lnTo>
                  <a:lnTo>
                    <a:pt x="12348159" y="7176833"/>
                  </a:lnTo>
                  <a:lnTo>
                    <a:pt x="12335485" y="7175767"/>
                  </a:lnTo>
                  <a:lnTo>
                    <a:pt x="12322848" y="7173811"/>
                  </a:lnTo>
                  <a:lnTo>
                    <a:pt x="12310224" y="7171309"/>
                  </a:lnTo>
                  <a:lnTo>
                    <a:pt x="12284926" y="7167918"/>
                  </a:lnTo>
                  <a:lnTo>
                    <a:pt x="12272340" y="7164578"/>
                  </a:lnTo>
                  <a:lnTo>
                    <a:pt x="12259640" y="7164133"/>
                  </a:lnTo>
                  <a:lnTo>
                    <a:pt x="12259666" y="7163321"/>
                  </a:lnTo>
                  <a:lnTo>
                    <a:pt x="12247067" y="7160425"/>
                  </a:lnTo>
                  <a:lnTo>
                    <a:pt x="12234532" y="7155421"/>
                  </a:lnTo>
                  <a:lnTo>
                    <a:pt x="12234697" y="7150379"/>
                  </a:lnTo>
                  <a:lnTo>
                    <a:pt x="12222201" y="7144601"/>
                  </a:lnTo>
                  <a:lnTo>
                    <a:pt x="12184939" y="7119391"/>
                  </a:lnTo>
                  <a:lnTo>
                    <a:pt x="12135739" y="7072554"/>
                  </a:lnTo>
                  <a:lnTo>
                    <a:pt x="12111406" y="7041108"/>
                  </a:lnTo>
                  <a:lnTo>
                    <a:pt x="12111609" y="7035393"/>
                  </a:lnTo>
                  <a:lnTo>
                    <a:pt x="12099138" y="7028408"/>
                  </a:lnTo>
                  <a:lnTo>
                    <a:pt x="12087504" y="6997332"/>
                  </a:lnTo>
                  <a:lnTo>
                    <a:pt x="12075909" y="6965175"/>
                  </a:lnTo>
                  <a:lnTo>
                    <a:pt x="12052808" y="6898272"/>
                  </a:lnTo>
                  <a:lnTo>
                    <a:pt x="12040895" y="6875450"/>
                  </a:lnTo>
                  <a:lnTo>
                    <a:pt x="12043321" y="6805422"/>
                  </a:lnTo>
                  <a:lnTo>
                    <a:pt x="12030964" y="6795071"/>
                  </a:lnTo>
                  <a:lnTo>
                    <a:pt x="12038368" y="6581064"/>
                  </a:lnTo>
                  <a:lnTo>
                    <a:pt x="12051729" y="6562255"/>
                  </a:lnTo>
                  <a:lnTo>
                    <a:pt x="12053278" y="6517373"/>
                  </a:lnTo>
                  <a:lnTo>
                    <a:pt x="12066207" y="6511074"/>
                  </a:lnTo>
                  <a:lnTo>
                    <a:pt x="12068264" y="6451778"/>
                  </a:lnTo>
                  <a:lnTo>
                    <a:pt x="12081408" y="6439014"/>
                  </a:lnTo>
                  <a:lnTo>
                    <a:pt x="12088914" y="6221996"/>
                  </a:lnTo>
                  <a:lnTo>
                    <a:pt x="12075846" y="6232423"/>
                  </a:lnTo>
                  <a:lnTo>
                    <a:pt x="12062790" y="6242532"/>
                  </a:lnTo>
                  <a:lnTo>
                    <a:pt x="12049747" y="6252197"/>
                  </a:lnTo>
                  <a:lnTo>
                    <a:pt x="12049404" y="6261989"/>
                  </a:lnTo>
                  <a:lnTo>
                    <a:pt x="12036323" y="6273012"/>
                  </a:lnTo>
                  <a:lnTo>
                    <a:pt x="12035904" y="6285103"/>
                  </a:lnTo>
                  <a:lnTo>
                    <a:pt x="12022811" y="6296291"/>
                  </a:lnTo>
                  <a:lnTo>
                    <a:pt x="12022480" y="6305740"/>
                  </a:lnTo>
                  <a:lnTo>
                    <a:pt x="12009450" y="6315062"/>
                  </a:lnTo>
                  <a:lnTo>
                    <a:pt x="12009120" y="6324828"/>
                  </a:lnTo>
                  <a:lnTo>
                    <a:pt x="11996090" y="6333845"/>
                  </a:lnTo>
                  <a:lnTo>
                    <a:pt x="11995506" y="6350838"/>
                  </a:lnTo>
                  <a:lnTo>
                    <a:pt x="11982196" y="6368161"/>
                  </a:lnTo>
                  <a:lnTo>
                    <a:pt x="11968874" y="6386093"/>
                  </a:lnTo>
                  <a:lnTo>
                    <a:pt x="11968226" y="6404927"/>
                  </a:lnTo>
                  <a:lnTo>
                    <a:pt x="11955069" y="6417615"/>
                  </a:lnTo>
                  <a:lnTo>
                    <a:pt x="11953723" y="6456820"/>
                  </a:lnTo>
                  <a:lnTo>
                    <a:pt x="11940121" y="6482550"/>
                  </a:lnTo>
                  <a:lnTo>
                    <a:pt x="11939194" y="6509334"/>
                  </a:lnTo>
                  <a:lnTo>
                    <a:pt x="11924627" y="6563068"/>
                  </a:lnTo>
                  <a:lnTo>
                    <a:pt x="11923065" y="6608051"/>
                  </a:lnTo>
                  <a:lnTo>
                    <a:pt x="11909539" y="6631648"/>
                  </a:lnTo>
                  <a:lnTo>
                    <a:pt x="11907876" y="6680047"/>
                  </a:lnTo>
                  <a:lnTo>
                    <a:pt x="11919725" y="6704533"/>
                  </a:lnTo>
                  <a:lnTo>
                    <a:pt x="11919445" y="6712712"/>
                  </a:lnTo>
                  <a:lnTo>
                    <a:pt x="11906009" y="6733883"/>
                  </a:lnTo>
                  <a:lnTo>
                    <a:pt x="11903304" y="6812178"/>
                  </a:lnTo>
                  <a:lnTo>
                    <a:pt x="11915546" y="6825259"/>
                  </a:lnTo>
                  <a:lnTo>
                    <a:pt x="11914670" y="6850913"/>
                  </a:lnTo>
                  <a:lnTo>
                    <a:pt x="11926151" y="6886130"/>
                  </a:lnTo>
                  <a:lnTo>
                    <a:pt x="11924970" y="6920458"/>
                  </a:lnTo>
                  <a:lnTo>
                    <a:pt x="11948046" y="6987972"/>
                  </a:lnTo>
                  <a:lnTo>
                    <a:pt x="11983022" y="7079107"/>
                  </a:lnTo>
                  <a:lnTo>
                    <a:pt x="12007406" y="7108749"/>
                  </a:lnTo>
                  <a:lnTo>
                    <a:pt x="12006771" y="7127291"/>
                  </a:lnTo>
                  <a:lnTo>
                    <a:pt x="12031548" y="7145706"/>
                  </a:lnTo>
                  <a:lnTo>
                    <a:pt x="12043664" y="7162609"/>
                  </a:lnTo>
                  <a:lnTo>
                    <a:pt x="12055831" y="7178370"/>
                  </a:lnTo>
                  <a:lnTo>
                    <a:pt x="12068023" y="7193229"/>
                  </a:lnTo>
                  <a:lnTo>
                    <a:pt x="12092927" y="7207898"/>
                  </a:lnTo>
                  <a:lnTo>
                    <a:pt x="12105170" y="7221525"/>
                  </a:lnTo>
                  <a:lnTo>
                    <a:pt x="12117426" y="7234542"/>
                  </a:lnTo>
                  <a:lnTo>
                    <a:pt x="12142407" y="7247064"/>
                  </a:lnTo>
                  <a:lnTo>
                    <a:pt x="12154738" y="7257834"/>
                  </a:lnTo>
                  <a:lnTo>
                    <a:pt x="12179821" y="7267664"/>
                  </a:lnTo>
                  <a:lnTo>
                    <a:pt x="12204941" y="7276046"/>
                  </a:lnTo>
                  <a:lnTo>
                    <a:pt x="12230062" y="7284567"/>
                  </a:lnTo>
                  <a:lnTo>
                    <a:pt x="12255246" y="7291095"/>
                  </a:lnTo>
                  <a:lnTo>
                    <a:pt x="12280519" y="7295477"/>
                  </a:lnTo>
                  <a:lnTo>
                    <a:pt x="12318556" y="7297991"/>
                  </a:lnTo>
                  <a:lnTo>
                    <a:pt x="12356630" y="7299312"/>
                  </a:lnTo>
                  <a:lnTo>
                    <a:pt x="12356059" y="7315657"/>
                  </a:lnTo>
                  <a:lnTo>
                    <a:pt x="12342622" y="7336676"/>
                  </a:lnTo>
                  <a:lnTo>
                    <a:pt x="12316498" y="7357173"/>
                  </a:lnTo>
                  <a:lnTo>
                    <a:pt x="12289650" y="7398512"/>
                  </a:lnTo>
                  <a:lnTo>
                    <a:pt x="12236742" y="7458900"/>
                  </a:lnTo>
                  <a:lnTo>
                    <a:pt x="12210313" y="7488072"/>
                  </a:lnTo>
                  <a:lnTo>
                    <a:pt x="12183936" y="7516025"/>
                  </a:lnTo>
                  <a:lnTo>
                    <a:pt x="12118594" y="7567803"/>
                  </a:lnTo>
                  <a:lnTo>
                    <a:pt x="12118315" y="7576121"/>
                  </a:lnTo>
                  <a:lnTo>
                    <a:pt x="12105323" y="7584224"/>
                  </a:lnTo>
                  <a:lnTo>
                    <a:pt x="12092356" y="7591869"/>
                  </a:lnTo>
                  <a:lnTo>
                    <a:pt x="12092115" y="7598816"/>
                  </a:lnTo>
                  <a:lnTo>
                    <a:pt x="12079173" y="7605369"/>
                  </a:lnTo>
                  <a:lnTo>
                    <a:pt x="12066207" y="7612862"/>
                  </a:lnTo>
                  <a:lnTo>
                    <a:pt x="12065953" y="7620470"/>
                  </a:lnTo>
                  <a:lnTo>
                    <a:pt x="12053049" y="7626121"/>
                  </a:lnTo>
                  <a:lnTo>
                    <a:pt x="12040108" y="7632878"/>
                  </a:lnTo>
                  <a:lnTo>
                    <a:pt x="12027129" y="7640574"/>
                  </a:lnTo>
                  <a:lnTo>
                    <a:pt x="12014124" y="7649172"/>
                  </a:lnTo>
                  <a:lnTo>
                    <a:pt x="12001081" y="7658709"/>
                  </a:lnTo>
                  <a:lnTo>
                    <a:pt x="11988140" y="7665567"/>
                  </a:lnTo>
                  <a:lnTo>
                    <a:pt x="11975236" y="7671422"/>
                  </a:lnTo>
                  <a:lnTo>
                    <a:pt x="11962270" y="7678661"/>
                  </a:lnTo>
                  <a:lnTo>
                    <a:pt x="11949189" y="7689659"/>
                  </a:lnTo>
                  <a:lnTo>
                    <a:pt x="11949163" y="7690472"/>
                  </a:lnTo>
                  <a:lnTo>
                    <a:pt x="11936438" y="7690853"/>
                  </a:lnTo>
                  <a:lnTo>
                    <a:pt x="11936374" y="7692491"/>
                  </a:lnTo>
                  <a:lnTo>
                    <a:pt x="11923636" y="7693685"/>
                  </a:lnTo>
                  <a:lnTo>
                    <a:pt x="11910670" y="7701166"/>
                  </a:lnTo>
                  <a:lnTo>
                    <a:pt x="11897728" y="7707731"/>
                  </a:lnTo>
                  <a:lnTo>
                    <a:pt x="11884800" y="7713993"/>
                  </a:lnTo>
                  <a:lnTo>
                    <a:pt x="11871871" y="7720546"/>
                  </a:lnTo>
                  <a:lnTo>
                    <a:pt x="11846027" y="7732979"/>
                  </a:lnTo>
                  <a:lnTo>
                    <a:pt x="11820195" y="7744854"/>
                  </a:lnTo>
                  <a:lnTo>
                    <a:pt x="11794401" y="7755979"/>
                  </a:lnTo>
                  <a:lnTo>
                    <a:pt x="11768519" y="7769301"/>
                  </a:lnTo>
                  <a:lnTo>
                    <a:pt x="11755603" y="7775549"/>
                  </a:lnTo>
                  <a:lnTo>
                    <a:pt x="11742801" y="7778305"/>
                  </a:lnTo>
                  <a:lnTo>
                    <a:pt x="11729847" y="7785214"/>
                  </a:lnTo>
                  <a:lnTo>
                    <a:pt x="11704218" y="7791602"/>
                  </a:lnTo>
                  <a:lnTo>
                    <a:pt x="11691277" y="7798282"/>
                  </a:lnTo>
                  <a:lnTo>
                    <a:pt x="11665649" y="7804290"/>
                  </a:lnTo>
                  <a:lnTo>
                    <a:pt x="11652796" y="7808747"/>
                  </a:lnTo>
                  <a:lnTo>
                    <a:pt x="11639931" y="7813129"/>
                  </a:lnTo>
                  <a:lnTo>
                    <a:pt x="11627079" y="7817345"/>
                  </a:lnTo>
                  <a:lnTo>
                    <a:pt x="11614226" y="7821346"/>
                  </a:lnTo>
                  <a:lnTo>
                    <a:pt x="11601361" y="7825981"/>
                  </a:lnTo>
                  <a:lnTo>
                    <a:pt x="11588521" y="7829766"/>
                  </a:lnTo>
                  <a:lnTo>
                    <a:pt x="11575707" y="7832788"/>
                  </a:lnTo>
                  <a:lnTo>
                    <a:pt x="11562931" y="7835125"/>
                  </a:lnTo>
                  <a:lnTo>
                    <a:pt x="11550193" y="7835747"/>
                  </a:lnTo>
                  <a:lnTo>
                    <a:pt x="11537442" y="7837208"/>
                  </a:lnTo>
                  <a:lnTo>
                    <a:pt x="11537340" y="7839888"/>
                  </a:lnTo>
                  <a:lnTo>
                    <a:pt x="11511725" y="7845755"/>
                  </a:lnTo>
                  <a:lnTo>
                    <a:pt x="11511623" y="7848600"/>
                  </a:lnTo>
                  <a:lnTo>
                    <a:pt x="11498847" y="7850543"/>
                  </a:lnTo>
                  <a:lnTo>
                    <a:pt x="11486096" y="7852118"/>
                  </a:lnTo>
                  <a:lnTo>
                    <a:pt x="11473244" y="7856067"/>
                  </a:lnTo>
                  <a:lnTo>
                    <a:pt x="11447704" y="7859585"/>
                  </a:lnTo>
                  <a:lnTo>
                    <a:pt x="11434877" y="7863243"/>
                  </a:lnTo>
                  <a:lnTo>
                    <a:pt x="11409375" y="7865834"/>
                  </a:lnTo>
                  <a:lnTo>
                    <a:pt x="11383861" y="7868488"/>
                  </a:lnTo>
                  <a:lnTo>
                    <a:pt x="11371059" y="7871269"/>
                  </a:lnTo>
                  <a:lnTo>
                    <a:pt x="11345570" y="7873301"/>
                  </a:lnTo>
                  <a:lnTo>
                    <a:pt x="11320094" y="7875029"/>
                  </a:lnTo>
                  <a:lnTo>
                    <a:pt x="11307369" y="7875841"/>
                  </a:lnTo>
                  <a:lnTo>
                    <a:pt x="11294643" y="7876197"/>
                  </a:lnTo>
                  <a:lnTo>
                    <a:pt x="11281905" y="7877162"/>
                  </a:lnTo>
                  <a:lnTo>
                    <a:pt x="11269104" y="7879816"/>
                  </a:lnTo>
                  <a:lnTo>
                    <a:pt x="11243513" y="7884693"/>
                  </a:lnTo>
                  <a:lnTo>
                    <a:pt x="11218012" y="7887360"/>
                  </a:lnTo>
                  <a:lnTo>
                    <a:pt x="11179835" y="7888808"/>
                  </a:lnTo>
                  <a:lnTo>
                    <a:pt x="11154334" y="7891399"/>
                  </a:lnTo>
                  <a:lnTo>
                    <a:pt x="11141532" y="7894066"/>
                  </a:lnTo>
                  <a:lnTo>
                    <a:pt x="11116056" y="7895907"/>
                  </a:lnTo>
                  <a:lnTo>
                    <a:pt x="11103242" y="7898955"/>
                  </a:lnTo>
                  <a:lnTo>
                    <a:pt x="11077677" y="7903477"/>
                  </a:lnTo>
                  <a:lnTo>
                    <a:pt x="11077512" y="7907947"/>
                  </a:lnTo>
                  <a:lnTo>
                    <a:pt x="11064659" y="7912341"/>
                  </a:lnTo>
                  <a:lnTo>
                    <a:pt x="11051781" y="7917205"/>
                  </a:lnTo>
                  <a:lnTo>
                    <a:pt x="11038891" y="7922603"/>
                  </a:lnTo>
                  <a:lnTo>
                    <a:pt x="11038688" y="7928165"/>
                  </a:lnTo>
                  <a:lnTo>
                    <a:pt x="11025810" y="7933410"/>
                  </a:lnTo>
                  <a:lnTo>
                    <a:pt x="11038281" y="7939862"/>
                  </a:lnTo>
                  <a:lnTo>
                    <a:pt x="11038065" y="7946326"/>
                  </a:lnTo>
                  <a:lnTo>
                    <a:pt x="11062970" y="7960995"/>
                  </a:lnTo>
                  <a:lnTo>
                    <a:pt x="11100410" y="7980718"/>
                  </a:lnTo>
                  <a:lnTo>
                    <a:pt x="11150892" y="7991068"/>
                  </a:lnTo>
                  <a:lnTo>
                    <a:pt x="11188840" y="7995856"/>
                  </a:lnTo>
                  <a:lnTo>
                    <a:pt x="11214125" y="7999730"/>
                  </a:lnTo>
                  <a:lnTo>
                    <a:pt x="11239424" y="8002930"/>
                  </a:lnTo>
                  <a:lnTo>
                    <a:pt x="11302886" y="8005127"/>
                  </a:lnTo>
                  <a:lnTo>
                    <a:pt x="11315624" y="8004226"/>
                  </a:lnTo>
                  <a:lnTo>
                    <a:pt x="11353864" y="8000987"/>
                  </a:lnTo>
                  <a:lnTo>
                    <a:pt x="11392116" y="7997355"/>
                  </a:lnTo>
                  <a:lnTo>
                    <a:pt x="11417668" y="7993139"/>
                  </a:lnTo>
                  <a:lnTo>
                    <a:pt x="11455921" y="7989430"/>
                  </a:lnTo>
                  <a:lnTo>
                    <a:pt x="11468672" y="7988236"/>
                  </a:lnTo>
                  <a:lnTo>
                    <a:pt x="11468760" y="7985785"/>
                  </a:lnTo>
                  <a:lnTo>
                    <a:pt x="11481600" y="7981810"/>
                  </a:lnTo>
                  <a:lnTo>
                    <a:pt x="11494389" y="7979511"/>
                  </a:lnTo>
                  <a:lnTo>
                    <a:pt x="11507153" y="7978140"/>
                  </a:lnTo>
                  <a:lnTo>
                    <a:pt x="11519891" y="7976908"/>
                  </a:lnTo>
                  <a:lnTo>
                    <a:pt x="11545468" y="7972260"/>
                  </a:lnTo>
                  <a:lnTo>
                    <a:pt x="11571097" y="7966303"/>
                  </a:lnTo>
                  <a:lnTo>
                    <a:pt x="11596764" y="7958963"/>
                  </a:lnTo>
                  <a:lnTo>
                    <a:pt x="11622481" y="7950174"/>
                  </a:lnTo>
                  <a:lnTo>
                    <a:pt x="11635372" y="7944917"/>
                  </a:lnTo>
                  <a:lnTo>
                    <a:pt x="11648237" y="7940522"/>
                  </a:lnTo>
                  <a:lnTo>
                    <a:pt x="11661064" y="7936878"/>
                  </a:lnTo>
                  <a:lnTo>
                    <a:pt x="11673878" y="7933931"/>
                  </a:lnTo>
                  <a:lnTo>
                    <a:pt x="11699367" y="7931747"/>
                  </a:lnTo>
                  <a:lnTo>
                    <a:pt x="11712232" y="7927276"/>
                  </a:lnTo>
                  <a:lnTo>
                    <a:pt x="11738013" y="7916507"/>
                  </a:lnTo>
                  <a:lnTo>
                    <a:pt x="11763705" y="7908595"/>
                  </a:lnTo>
                  <a:lnTo>
                    <a:pt x="11789435" y="7899451"/>
                  </a:lnTo>
                  <a:lnTo>
                    <a:pt x="11802491" y="7889265"/>
                  </a:lnTo>
                  <a:lnTo>
                    <a:pt x="11828247" y="7879512"/>
                  </a:lnTo>
                  <a:lnTo>
                    <a:pt x="11841213" y="7872095"/>
                  </a:lnTo>
                  <a:lnTo>
                    <a:pt x="11866867" y="7865186"/>
                  </a:lnTo>
                  <a:lnTo>
                    <a:pt x="11879834" y="7857693"/>
                  </a:lnTo>
                  <a:lnTo>
                    <a:pt x="11892813" y="7849819"/>
                  </a:lnTo>
                  <a:lnTo>
                    <a:pt x="11905767" y="7842771"/>
                  </a:lnTo>
                  <a:lnTo>
                    <a:pt x="11944375" y="7828801"/>
                  </a:lnTo>
                  <a:lnTo>
                    <a:pt x="11957317" y="7821752"/>
                  </a:lnTo>
                  <a:lnTo>
                    <a:pt x="11970372" y="7812011"/>
                  </a:lnTo>
                  <a:lnTo>
                    <a:pt x="11996103" y="7802931"/>
                  </a:lnTo>
                  <a:lnTo>
                    <a:pt x="12009133" y="7793266"/>
                  </a:lnTo>
                  <a:lnTo>
                    <a:pt x="12034888" y="7783500"/>
                  </a:lnTo>
                  <a:lnTo>
                    <a:pt x="12047931" y="7773962"/>
                  </a:lnTo>
                  <a:lnTo>
                    <a:pt x="12060974" y="7764043"/>
                  </a:lnTo>
                  <a:lnTo>
                    <a:pt x="12086742" y="7754099"/>
                  </a:lnTo>
                  <a:lnTo>
                    <a:pt x="12099823" y="7743177"/>
                  </a:lnTo>
                  <a:lnTo>
                    <a:pt x="12152033" y="7703325"/>
                  </a:lnTo>
                  <a:lnTo>
                    <a:pt x="12178157" y="7682903"/>
                  </a:lnTo>
                  <a:lnTo>
                    <a:pt x="12204306" y="7661643"/>
                  </a:lnTo>
                  <a:lnTo>
                    <a:pt x="12230443" y="7640853"/>
                  </a:lnTo>
                  <a:lnTo>
                    <a:pt x="12256618" y="7618831"/>
                  </a:lnTo>
                  <a:lnTo>
                    <a:pt x="12270130" y="7595756"/>
                  </a:lnTo>
                  <a:lnTo>
                    <a:pt x="12296318" y="7573124"/>
                  </a:lnTo>
                  <a:lnTo>
                    <a:pt x="12335675" y="7537564"/>
                  </a:lnTo>
                  <a:lnTo>
                    <a:pt x="12349023" y="7519009"/>
                  </a:lnTo>
                  <a:lnTo>
                    <a:pt x="12362371" y="7500455"/>
                  </a:lnTo>
                  <a:lnTo>
                    <a:pt x="12401804" y="7462774"/>
                  </a:lnTo>
                  <a:lnTo>
                    <a:pt x="12428563" y="7423709"/>
                  </a:lnTo>
                  <a:lnTo>
                    <a:pt x="12455360" y="7383780"/>
                  </a:lnTo>
                  <a:lnTo>
                    <a:pt x="12482551" y="7332624"/>
                  </a:lnTo>
                  <a:lnTo>
                    <a:pt x="12508840" y="7307224"/>
                  </a:lnTo>
                  <a:lnTo>
                    <a:pt x="12522454" y="7281304"/>
                  </a:lnTo>
                  <a:lnTo>
                    <a:pt x="12522619" y="7276401"/>
                  </a:lnTo>
                  <a:lnTo>
                    <a:pt x="12535560" y="7269480"/>
                  </a:lnTo>
                  <a:lnTo>
                    <a:pt x="12535599" y="7268654"/>
                  </a:lnTo>
                  <a:lnTo>
                    <a:pt x="12548451" y="7264451"/>
                  </a:lnTo>
                  <a:lnTo>
                    <a:pt x="12587084" y="7249719"/>
                  </a:lnTo>
                  <a:lnTo>
                    <a:pt x="12599937" y="7245502"/>
                  </a:lnTo>
                  <a:lnTo>
                    <a:pt x="12613081" y="7232701"/>
                  </a:lnTo>
                  <a:lnTo>
                    <a:pt x="12638824" y="7223099"/>
                  </a:lnTo>
                  <a:lnTo>
                    <a:pt x="12664554" y="7214121"/>
                  </a:lnTo>
                  <a:lnTo>
                    <a:pt x="12677648" y="7203160"/>
                  </a:lnTo>
                  <a:lnTo>
                    <a:pt x="12716332" y="7186968"/>
                  </a:lnTo>
                  <a:lnTo>
                    <a:pt x="12742278" y="7171322"/>
                  </a:lnTo>
                  <a:lnTo>
                    <a:pt x="12768250" y="7155523"/>
                  </a:lnTo>
                  <a:lnTo>
                    <a:pt x="12806947" y="7138860"/>
                  </a:lnTo>
                  <a:lnTo>
                    <a:pt x="12833109" y="7117194"/>
                  </a:lnTo>
                  <a:lnTo>
                    <a:pt x="12871996" y="7094956"/>
                  </a:lnTo>
                  <a:lnTo>
                    <a:pt x="12898234" y="7071220"/>
                  </a:lnTo>
                  <a:lnTo>
                    <a:pt x="12924511" y="7046328"/>
                  </a:lnTo>
                  <a:lnTo>
                    <a:pt x="12950635" y="7025919"/>
                  </a:lnTo>
                  <a:lnTo>
                    <a:pt x="12976784" y="7004736"/>
                  </a:lnTo>
                  <a:lnTo>
                    <a:pt x="13002946" y="6982955"/>
                  </a:lnTo>
                  <a:lnTo>
                    <a:pt x="13016446" y="6960260"/>
                  </a:lnTo>
                  <a:lnTo>
                    <a:pt x="13042557" y="6940131"/>
                  </a:lnTo>
                  <a:lnTo>
                    <a:pt x="13055981" y="6919265"/>
                  </a:lnTo>
                  <a:lnTo>
                    <a:pt x="13082118" y="6898526"/>
                  </a:lnTo>
                  <a:lnTo>
                    <a:pt x="13095567" y="6877037"/>
                  </a:lnTo>
                  <a:lnTo>
                    <a:pt x="13121729" y="6855536"/>
                  </a:lnTo>
                  <a:lnTo>
                    <a:pt x="13135216" y="6833070"/>
                  </a:lnTo>
                  <a:lnTo>
                    <a:pt x="13162229" y="6786829"/>
                  </a:lnTo>
                  <a:lnTo>
                    <a:pt x="13215442" y="6717944"/>
                  </a:lnTo>
                  <a:lnTo>
                    <a:pt x="13229374" y="6682422"/>
                  </a:lnTo>
                  <a:lnTo>
                    <a:pt x="13256032" y="6646799"/>
                  </a:lnTo>
                  <a:lnTo>
                    <a:pt x="13282892" y="6604749"/>
                  </a:lnTo>
                  <a:lnTo>
                    <a:pt x="13325653" y="6470726"/>
                  </a:lnTo>
                  <a:lnTo>
                    <a:pt x="13339394" y="6440970"/>
                  </a:lnTo>
                  <a:lnTo>
                    <a:pt x="13343039" y="6335420"/>
                  </a:lnTo>
                  <a:lnTo>
                    <a:pt x="13368490" y="6334658"/>
                  </a:lnTo>
                  <a:lnTo>
                    <a:pt x="13368820" y="6324854"/>
                  </a:lnTo>
                  <a:lnTo>
                    <a:pt x="13383527" y="6267120"/>
                  </a:lnTo>
                  <a:lnTo>
                    <a:pt x="13397243" y="6238214"/>
                  </a:lnTo>
                  <a:lnTo>
                    <a:pt x="13398259" y="6208788"/>
                  </a:lnTo>
                  <a:lnTo>
                    <a:pt x="13412381" y="6167983"/>
                  </a:lnTo>
                  <a:lnTo>
                    <a:pt x="13413816" y="6126429"/>
                  </a:lnTo>
                  <a:lnTo>
                    <a:pt x="13427951" y="6085014"/>
                  </a:lnTo>
                  <a:lnTo>
                    <a:pt x="13430974" y="5997880"/>
                  </a:lnTo>
                  <a:lnTo>
                    <a:pt x="13444207" y="5982500"/>
                  </a:lnTo>
                  <a:lnTo>
                    <a:pt x="13448729" y="5851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1CCD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Cognalis</dc:creator>
  <cp:keywords>DAG_NPqvGwc,BAG9uBUuAfA,0</cp:keywords>
  <dc:title>Presentation - Wearable Gesture Recognition</dc:title>
  <dcterms:created xsi:type="dcterms:W3CDTF">2026-01-23T06:07:55Z</dcterms:created>
  <dcterms:modified xsi:type="dcterms:W3CDTF">2026-01-23T06:07:55Z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2026-01-23T00:00:00Z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2026-01-23T00:00:00Z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